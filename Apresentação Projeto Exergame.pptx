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Fira Sans Extra Condensed Medium"/>
      <p:regular r:id="rId21"/>
      <p:bold r:id="rId22"/>
      <p:italic r:id="rId23"/>
      <p:boldItalic r:id="rId24"/>
    </p:embeddedFont>
    <p:embeddedFont>
      <p:font typeface="Roboto Condensed"/>
      <p:regular r:id="rId25"/>
      <p:bold r:id="rId26"/>
      <p:italic r:id="rId27"/>
      <p:boldItalic r:id="rId28"/>
    </p:embeddedFont>
    <p:embeddedFont>
      <p:font typeface="Righteous"/>
      <p:regular r:id="rId29"/>
    </p:embeddedFont>
    <p:embeddedFont>
      <p:font typeface="Squada One"/>
      <p:regular r:id="rId30"/>
    </p:embeddedFont>
    <p:embeddedFont>
      <p:font typeface="Roboto Condensed Ligh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FiraSansExtraCondensedMedium-bold.fntdata"/><Relationship Id="rId21" Type="http://schemas.openxmlformats.org/officeDocument/2006/relationships/font" Target="fonts/FiraSansExtraCondensedMedium-regular.fntdata"/><Relationship Id="rId24" Type="http://schemas.openxmlformats.org/officeDocument/2006/relationships/font" Target="fonts/FiraSansExtraCondensedMedium-boldItalic.fntdata"/><Relationship Id="rId23" Type="http://schemas.openxmlformats.org/officeDocument/2006/relationships/font" Target="fonts/FiraSansExtraCondensed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Condensed-bold.fntdata"/><Relationship Id="rId25" Type="http://schemas.openxmlformats.org/officeDocument/2006/relationships/font" Target="fonts/RobotoCondensed-regular.fntdata"/><Relationship Id="rId28" Type="http://schemas.openxmlformats.org/officeDocument/2006/relationships/font" Target="fonts/RobotoCondensed-boldItalic.fntdata"/><Relationship Id="rId27" Type="http://schemas.openxmlformats.org/officeDocument/2006/relationships/font" Target="fonts/RobotoCondense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ighteou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CondensedLight-regular.fntdata"/><Relationship Id="rId30" Type="http://schemas.openxmlformats.org/officeDocument/2006/relationships/font" Target="fonts/SquadaOne-regular.fntdata"/><Relationship Id="rId11" Type="http://schemas.openxmlformats.org/officeDocument/2006/relationships/slide" Target="slides/slide7.xml"/><Relationship Id="rId33" Type="http://schemas.openxmlformats.org/officeDocument/2006/relationships/font" Target="fonts/RobotoCondensedLight-italic.fntdata"/><Relationship Id="rId10" Type="http://schemas.openxmlformats.org/officeDocument/2006/relationships/slide" Target="slides/slide6.xml"/><Relationship Id="rId32" Type="http://schemas.openxmlformats.org/officeDocument/2006/relationships/font" Target="fonts/RobotoCondensedLigh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RobotoCondensedLight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5d2cabac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5d2cabac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557095241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557095241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9ce859a3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9ce859a3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557095241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557095241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a1b1b73c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a1b1b73c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1b1b73cf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1b1b73cf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a1b1b73cf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a1b1b73cf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1b1b73c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1b1b73c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57095241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557095241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9ce859a35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9ce859a35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a1b1b73cf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a1b1b73cf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a1b1b73cf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a1b1b73cf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1b1b73cf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1b1b73cf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a1b1b73cf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a1b1b73cf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557095241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557095241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55e7858a94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55e7858a94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PENING" type="title">
  <p:cSld name="TITLE">
    <p:bg>
      <p:bgPr>
        <a:gradFill>
          <a:gsLst>
            <a:gs pos="0">
              <a:srgbClr val="88D3CE"/>
            </a:gs>
            <a:gs pos="100000">
              <a:srgbClr val="423864"/>
            </a:gs>
          </a:gsLst>
          <a:lin ang="54007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 flipH="1">
            <a:off x="1375550" y="3092475"/>
            <a:ext cx="6393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 flipH="1">
            <a:off x="2750257" y="3636375"/>
            <a:ext cx="36435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gradFill>
          <a:gsLst>
            <a:gs pos="0">
              <a:srgbClr val="88D3CE"/>
            </a:gs>
            <a:gs pos="100000">
              <a:srgbClr val="423864"/>
            </a:gs>
          </a:gsLst>
          <a:lin ang="5400700" scaled="0"/>
        </a:gra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1690457" y="20400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2051807" y="25014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ctrTitle"/>
          </p:nvPr>
        </p:nvSpPr>
        <p:spPr>
          <a:xfrm>
            <a:off x="1690457" y="3587138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20518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ctrTitle"/>
          </p:nvPr>
        </p:nvSpPr>
        <p:spPr>
          <a:xfrm>
            <a:off x="4824357" y="20400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5185707" y="25014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ctrTitle"/>
          </p:nvPr>
        </p:nvSpPr>
        <p:spPr>
          <a:xfrm>
            <a:off x="4824357" y="3587138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5185707" y="40486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8" type="ctrTitle"/>
          </p:nvPr>
        </p:nvSpPr>
        <p:spPr>
          <a:xfrm>
            <a:off x="1122278" y="401450"/>
            <a:ext cx="68994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9" type="title"/>
          </p:nvPr>
        </p:nvSpPr>
        <p:spPr>
          <a:xfrm>
            <a:off x="2128157" y="16194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/>
          <p:nvPr>
            <p:ph hasCustomPrompt="1" idx="13" type="title"/>
          </p:nvPr>
        </p:nvSpPr>
        <p:spPr>
          <a:xfrm>
            <a:off x="2128157" y="316656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hasCustomPrompt="1" idx="14" type="title"/>
          </p:nvPr>
        </p:nvSpPr>
        <p:spPr>
          <a:xfrm>
            <a:off x="5262057" y="1619437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hasCustomPrompt="1" idx="15" type="title"/>
          </p:nvPr>
        </p:nvSpPr>
        <p:spPr>
          <a:xfrm>
            <a:off x="5262057" y="3166562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cxnSp>
        <p:nvCxnSpPr>
          <p:cNvPr id="27" name="Google Shape;27;p3"/>
          <p:cNvCxnSpPr/>
          <p:nvPr/>
        </p:nvCxnSpPr>
        <p:spPr>
          <a:xfrm>
            <a:off x="2273400" y="2242363"/>
            <a:ext cx="45972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2273400" y="3804313"/>
            <a:ext cx="45972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_2_1">
    <p:bg>
      <p:bgPr>
        <a:gradFill>
          <a:gsLst>
            <a:gs pos="0">
              <a:srgbClr val="88D3CE"/>
            </a:gs>
            <a:gs pos="100000">
              <a:srgbClr val="423864"/>
            </a:gs>
          </a:gsLst>
          <a:lin ang="5400700" scaled="0"/>
        </a:gra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type="ctrTitle"/>
          </p:nvPr>
        </p:nvSpPr>
        <p:spPr>
          <a:xfrm flipH="1">
            <a:off x="-100" y="507400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+ TEXT">
  <p:cSld name="CUSTOM_2_1_2">
    <p:bg>
      <p:bgPr>
        <a:gradFill>
          <a:gsLst>
            <a:gs pos="0">
              <a:srgbClr val="88D3CE"/>
            </a:gs>
            <a:gs pos="100000">
              <a:srgbClr val="423864"/>
            </a:gs>
          </a:gsLst>
          <a:lin ang="5400700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ctrTitle"/>
          </p:nvPr>
        </p:nvSpPr>
        <p:spPr>
          <a:xfrm flipH="1">
            <a:off x="-100" y="507400"/>
            <a:ext cx="83949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4" name="Google Shape;34;p5"/>
          <p:cNvSpPr/>
          <p:nvPr/>
        </p:nvSpPr>
        <p:spPr>
          <a:xfrm>
            <a:off x="6603225" y="2224175"/>
            <a:ext cx="2058600" cy="9027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35" name="Google Shape;35;p5"/>
          <p:cNvSpPr txBox="1"/>
          <p:nvPr>
            <p:ph hasCustomPrompt="1" idx="2" type="title"/>
          </p:nvPr>
        </p:nvSpPr>
        <p:spPr>
          <a:xfrm>
            <a:off x="6786025" y="2341875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6679232" y="27592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7" name="Google Shape;37;p5"/>
          <p:cNvSpPr/>
          <p:nvPr/>
        </p:nvSpPr>
        <p:spPr>
          <a:xfrm>
            <a:off x="4439025" y="2224175"/>
            <a:ext cx="2058600" cy="9027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38" name="Google Shape;38;p5"/>
          <p:cNvSpPr txBox="1"/>
          <p:nvPr>
            <p:ph hasCustomPrompt="1" idx="3" type="title"/>
          </p:nvPr>
        </p:nvSpPr>
        <p:spPr>
          <a:xfrm>
            <a:off x="4621825" y="2341875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4515032" y="27592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>
            <a:off x="6603225" y="3249050"/>
            <a:ext cx="2058600" cy="9027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1" name="Google Shape;41;p5"/>
          <p:cNvSpPr txBox="1"/>
          <p:nvPr>
            <p:ph hasCustomPrompt="1" idx="5" type="title"/>
          </p:nvPr>
        </p:nvSpPr>
        <p:spPr>
          <a:xfrm>
            <a:off x="6786025" y="3366750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5"/>
          <p:cNvSpPr txBox="1"/>
          <p:nvPr>
            <p:ph idx="6" type="subTitle"/>
          </p:nvPr>
        </p:nvSpPr>
        <p:spPr>
          <a:xfrm>
            <a:off x="6679232" y="37841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3" name="Google Shape;43;p5"/>
          <p:cNvSpPr/>
          <p:nvPr/>
        </p:nvSpPr>
        <p:spPr>
          <a:xfrm>
            <a:off x="4439025" y="3249050"/>
            <a:ext cx="2058600" cy="9027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4" name="Google Shape;44;p5"/>
          <p:cNvSpPr txBox="1"/>
          <p:nvPr>
            <p:ph hasCustomPrompt="1" idx="7" type="title"/>
          </p:nvPr>
        </p:nvSpPr>
        <p:spPr>
          <a:xfrm>
            <a:off x="4621825" y="3366750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5"/>
          <p:cNvSpPr txBox="1"/>
          <p:nvPr>
            <p:ph idx="8" type="subTitle"/>
          </p:nvPr>
        </p:nvSpPr>
        <p:spPr>
          <a:xfrm>
            <a:off x="4515032" y="3784100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" name="Google Shape;46;p5"/>
          <p:cNvSpPr/>
          <p:nvPr/>
        </p:nvSpPr>
        <p:spPr>
          <a:xfrm>
            <a:off x="1515950" y="1321325"/>
            <a:ext cx="2058600" cy="9027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        </a:t>
            </a:r>
            <a:endParaRPr/>
          </a:p>
        </p:txBody>
      </p:sp>
      <p:sp>
        <p:nvSpPr>
          <p:cNvPr id="47" name="Google Shape;47;p5"/>
          <p:cNvSpPr txBox="1"/>
          <p:nvPr>
            <p:ph hasCustomPrompt="1" idx="9" type="title"/>
          </p:nvPr>
        </p:nvSpPr>
        <p:spPr>
          <a:xfrm>
            <a:off x="1698750" y="1439025"/>
            <a:ext cx="1692900" cy="453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Fira Sans Extra Condensed Medium"/>
              <a:buNone/>
              <a:defRPr sz="48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5"/>
          <p:cNvSpPr txBox="1"/>
          <p:nvPr>
            <p:ph idx="13" type="subTitle"/>
          </p:nvPr>
        </p:nvSpPr>
        <p:spPr>
          <a:xfrm>
            <a:off x="1591957" y="18563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49" name="Google Shape;4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_1_1">
    <p:bg>
      <p:bgPr>
        <a:gradFill>
          <a:gsLst>
            <a:gs pos="0">
              <a:srgbClr val="88D3CE"/>
            </a:gs>
            <a:gs pos="100000">
              <a:srgbClr val="423864"/>
            </a:gs>
          </a:gsLst>
          <a:lin ang="54007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>
            <p:ph type="ctrTitle"/>
          </p:nvPr>
        </p:nvSpPr>
        <p:spPr>
          <a:xfrm flipH="1">
            <a:off x="355600" y="2236500"/>
            <a:ext cx="3956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" type="subTitle"/>
          </p:nvPr>
        </p:nvSpPr>
        <p:spPr>
          <a:xfrm>
            <a:off x="4837607" y="2387850"/>
            <a:ext cx="1906500" cy="36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25" y="3067600"/>
            <a:ext cx="2300675" cy="2075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6"/>
          <p:cNvCxnSpPr/>
          <p:nvPr/>
        </p:nvCxnSpPr>
        <p:spPr>
          <a:xfrm>
            <a:off x="4572000" y="1228200"/>
            <a:ext cx="0" cy="26871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idx="1" type="subTitle"/>
          </p:nvPr>
        </p:nvSpPr>
        <p:spPr>
          <a:xfrm>
            <a:off x="1397425" y="2809300"/>
            <a:ext cx="30126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1725475"/>
            <a:ext cx="3802725" cy="343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7"/>
          <p:cNvCxnSpPr/>
          <p:nvPr/>
        </p:nvCxnSpPr>
        <p:spPr>
          <a:xfrm>
            <a:off x="3444375" y="2693550"/>
            <a:ext cx="1797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7"/>
          <p:cNvSpPr txBox="1"/>
          <p:nvPr>
            <p:ph type="ctrTitle"/>
          </p:nvPr>
        </p:nvSpPr>
        <p:spPr>
          <a:xfrm flipH="1">
            <a:off x="2714084" y="1890188"/>
            <a:ext cx="3956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778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CUSTOM_3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>
            <p:ph type="ctrTitle"/>
          </p:nvPr>
        </p:nvSpPr>
        <p:spPr>
          <a:xfrm>
            <a:off x="749100" y="507400"/>
            <a:ext cx="83949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2" type="ctrTitle"/>
          </p:nvPr>
        </p:nvSpPr>
        <p:spPr>
          <a:xfrm>
            <a:off x="2750155" y="180212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1" type="subTitle"/>
          </p:nvPr>
        </p:nvSpPr>
        <p:spPr>
          <a:xfrm>
            <a:off x="2750119" y="2263575"/>
            <a:ext cx="1570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3" type="ctrTitle"/>
          </p:nvPr>
        </p:nvSpPr>
        <p:spPr>
          <a:xfrm>
            <a:off x="4800201" y="1802125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4800165" y="2263575"/>
            <a:ext cx="15702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5" type="ctrTitle"/>
          </p:nvPr>
        </p:nvSpPr>
        <p:spPr>
          <a:xfrm>
            <a:off x="3794948" y="3600050"/>
            <a:ext cx="1570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6" type="subTitle"/>
          </p:nvPr>
        </p:nvSpPr>
        <p:spPr>
          <a:xfrm>
            <a:off x="3753025" y="4061500"/>
            <a:ext cx="16539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CUSTOM_4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" y="0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334325" y="1725475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1" type="subTitle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5" name="Google Shape;75;p9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5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2336855" y="2792539"/>
            <a:ext cx="20856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4721655" y="2806554"/>
            <a:ext cx="20856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type="ctrTitle"/>
          </p:nvPr>
        </p:nvSpPr>
        <p:spPr>
          <a:xfrm flipH="1">
            <a:off x="4721600" y="507400"/>
            <a:ext cx="36732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" name="Google Shape;81;p10"/>
          <p:cNvSpPr txBox="1"/>
          <p:nvPr>
            <p:ph idx="3" type="ctrTitle"/>
          </p:nvPr>
        </p:nvSpPr>
        <p:spPr>
          <a:xfrm>
            <a:off x="2229313" y="2712600"/>
            <a:ext cx="2300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4" type="ctrTitle"/>
          </p:nvPr>
        </p:nvSpPr>
        <p:spPr>
          <a:xfrm>
            <a:off x="4572000" y="2712600"/>
            <a:ext cx="2384700" cy="26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2">
  <p:cSld name="CUSTOM_6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100" y="1725475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334325" y="0"/>
            <a:ext cx="3802725" cy="343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1"/>
          <p:cNvSpPr txBox="1"/>
          <p:nvPr>
            <p:ph type="ctrTitle"/>
          </p:nvPr>
        </p:nvSpPr>
        <p:spPr>
          <a:xfrm>
            <a:off x="1250675" y="1851425"/>
            <a:ext cx="66588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1" type="subTitle"/>
          </p:nvPr>
        </p:nvSpPr>
        <p:spPr>
          <a:xfrm>
            <a:off x="3114750" y="2640476"/>
            <a:ext cx="2930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8" name="Google Shape;88;p11"/>
          <p:cNvCxnSpPr/>
          <p:nvPr/>
        </p:nvCxnSpPr>
        <p:spPr>
          <a:xfrm>
            <a:off x="3681150" y="2571750"/>
            <a:ext cx="1797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CUSTOM_7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ctrTitle"/>
          </p:nvPr>
        </p:nvSpPr>
        <p:spPr>
          <a:xfrm flipH="1">
            <a:off x="749100" y="500825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91" name="Google Shape;91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7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843225" y="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>
            <p:ph type="ctrTitle"/>
          </p:nvPr>
        </p:nvSpPr>
        <p:spPr>
          <a:xfrm flipH="1">
            <a:off x="749100" y="507400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2" type="ctrTitle"/>
          </p:nvPr>
        </p:nvSpPr>
        <p:spPr>
          <a:xfrm>
            <a:off x="1690457" y="19083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" type="subTitle"/>
          </p:nvPr>
        </p:nvSpPr>
        <p:spPr>
          <a:xfrm>
            <a:off x="20518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3" type="ctrTitle"/>
          </p:nvPr>
        </p:nvSpPr>
        <p:spPr>
          <a:xfrm>
            <a:off x="1690457" y="341026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4" type="subTitle"/>
          </p:nvPr>
        </p:nvSpPr>
        <p:spPr>
          <a:xfrm>
            <a:off x="20518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5" type="ctrTitle"/>
          </p:nvPr>
        </p:nvSpPr>
        <p:spPr>
          <a:xfrm>
            <a:off x="4824357" y="190831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6" type="subTitle"/>
          </p:nvPr>
        </p:nvSpPr>
        <p:spPr>
          <a:xfrm>
            <a:off x="5185707" y="236977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7" type="ctrTitle"/>
          </p:nvPr>
        </p:nvSpPr>
        <p:spPr>
          <a:xfrm>
            <a:off x="4824357" y="3410263"/>
            <a:ext cx="2629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8" type="subTitle"/>
          </p:nvPr>
        </p:nvSpPr>
        <p:spPr>
          <a:xfrm>
            <a:off x="5185707" y="3871725"/>
            <a:ext cx="1906500" cy="3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03" name="Google Shape;103;p13"/>
          <p:cNvCxnSpPr/>
          <p:nvPr/>
        </p:nvCxnSpPr>
        <p:spPr>
          <a:xfrm>
            <a:off x="2273400" y="2110663"/>
            <a:ext cx="45972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/>
          <p:nvPr/>
        </p:nvCxnSpPr>
        <p:spPr>
          <a:xfrm>
            <a:off x="2273400" y="3627438"/>
            <a:ext cx="45972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9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88D3CE"/>
            </a:gs>
            <a:gs pos="100000">
              <a:srgbClr val="423864"/>
            </a:gs>
          </a:gsLst>
          <a:lin ang="54007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Squada One"/>
              <a:buNone/>
              <a:defRPr sz="2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ighteous"/>
              <a:buNone/>
              <a:defRPr sz="2800">
                <a:solidFill>
                  <a:srgbClr val="FFFFFF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Condensed Light"/>
              <a:buChar char="●"/>
              <a:defRPr sz="1800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●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●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Condensed Light"/>
              <a:buChar char="○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Condensed Light"/>
              <a:buChar char="■"/>
              <a:defRPr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23438" y="0"/>
            <a:ext cx="7897132" cy="51435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8D3CE"/>
            </a:gs>
            <a:gs pos="100000">
              <a:srgbClr val="423864"/>
            </a:gs>
          </a:gsLst>
          <a:lin ang="5400012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ctrTitle"/>
          </p:nvPr>
        </p:nvSpPr>
        <p:spPr>
          <a:xfrm flipH="1">
            <a:off x="1375550" y="3092475"/>
            <a:ext cx="6393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PROJETO EXERGAME</a:t>
            </a:r>
            <a:endParaRPr/>
          </a:p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 flipH="1">
            <a:off x="2750257" y="3636375"/>
            <a:ext cx="36435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Prof. Sérgio Carvalho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Prof. Luciana de Oliveira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Carlos Henrique Rorato Souza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Douglas Battisti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Daniel Machado de Oliveira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ctrTitle"/>
          </p:nvPr>
        </p:nvSpPr>
        <p:spPr>
          <a:xfrm flipH="1">
            <a:off x="5908525" y="240750"/>
            <a:ext cx="24933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UM PROJETO EM ETAPAS</a:t>
            </a:r>
            <a:endParaRPr/>
          </a:p>
        </p:txBody>
      </p:sp>
      <p:sp>
        <p:nvSpPr>
          <p:cNvPr id="118" name="Google Shape;118;p17"/>
          <p:cNvSpPr txBox="1"/>
          <p:nvPr>
            <p:ph idx="4294967295" type="ctrTitle"/>
          </p:nvPr>
        </p:nvSpPr>
        <p:spPr>
          <a:xfrm>
            <a:off x="4561950" y="844850"/>
            <a:ext cx="10002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2017-2020</a:t>
            </a:r>
            <a:endParaRPr sz="1400"/>
          </a:p>
        </p:txBody>
      </p:sp>
      <p:sp>
        <p:nvSpPr>
          <p:cNvPr id="119" name="Google Shape;119;p17"/>
          <p:cNvSpPr txBox="1"/>
          <p:nvPr>
            <p:ph idx="4294967295" type="subTitle"/>
          </p:nvPr>
        </p:nvSpPr>
        <p:spPr>
          <a:xfrm>
            <a:off x="4248148" y="1054225"/>
            <a:ext cx="1627800" cy="4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/>
              <a:t>Dissertação de Mestrado </a:t>
            </a:r>
            <a:r>
              <a:rPr b="1" lang="es" sz="1000">
                <a:latin typeface="Roboto Condensed"/>
                <a:ea typeface="Roboto Condensed"/>
                <a:cs typeface="Roboto Condensed"/>
                <a:sym typeface="Roboto Condensed"/>
              </a:rPr>
              <a:t>Douglas Battisti</a:t>
            </a:r>
            <a:endParaRPr b="1" sz="10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0" name="Google Shape;120;p17"/>
          <p:cNvSpPr txBox="1"/>
          <p:nvPr>
            <p:ph idx="4294967295" type="ctrTitle"/>
          </p:nvPr>
        </p:nvSpPr>
        <p:spPr>
          <a:xfrm>
            <a:off x="5003150" y="1964500"/>
            <a:ext cx="10674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MARÇO/2020</a:t>
            </a:r>
            <a:endParaRPr sz="1400"/>
          </a:p>
        </p:txBody>
      </p:sp>
      <p:sp>
        <p:nvSpPr>
          <p:cNvPr id="121" name="Google Shape;121;p17"/>
          <p:cNvSpPr txBox="1"/>
          <p:nvPr>
            <p:ph idx="4294967295" type="subTitle"/>
          </p:nvPr>
        </p:nvSpPr>
        <p:spPr>
          <a:xfrm>
            <a:off x="4924838" y="2166775"/>
            <a:ext cx="11457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/>
              <a:t>COVID-19 no Brasil Início Mestrado </a:t>
            </a:r>
            <a:r>
              <a:rPr b="1" lang="es" sz="1000">
                <a:latin typeface="Roboto Condensed"/>
                <a:ea typeface="Roboto Condensed"/>
                <a:cs typeface="Roboto Condensed"/>
                <a:sym typeface="Roboto Condensed"/>
              </a:rPr>
              <a:t>Carlos Henrique</a:t>
            </a:r>
            <a:endParaRPr b="1" sz="1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2" name="Google Shape;122;p17"/>
          <p:cNvSpPr txBox="1"/>
          <p:nvPr>
            <p:ph idx="4294967295" type="ctrTitle"/>
          </p:nvPr>
        </p:nvSpPr>
        <p:spPr>
          <a:xfrm>
            <a:off x="2602875" y="1925525"/>
            <a:ext cx="20559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A PARTIR DE ABRIL/2020</a:t>
            </a:r>
            <a:endParaRPr sz="1400"/>
          </a:p>
        </p:txBody>
      </p:sp>
      <p:sp>
        <p:nvSpPr>
          <p:cNvPr id="123" name="Google Shape;123;p17"/>
          <p:cNvSpPr txBox="1"/>
          <p:nvPr>
            <p:ph idx="4294967295" type="subTitle"/>
          </p:nvPr>
        </p:nvSpPr>
        <p:spPr>
          <a:xfrm>
            <a:off x="2761875" y="2166763"/>
            <a:ext cx="16278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/>
              <a:t>Desenvolvimento da ideia/solução e publicação de artigo (SBCAS 2020)</a:t>
            </a:r>
            <a:endParaRPr sz="1000"/>
          </a:p>
        </p:txBody>
      </p:sp>
      <p:sp>
        <p:nvSpPr>
          <p:cNvPr id="124" name="Google Shape;124;p17"/>
          <p:cNvSpPr txBox="1"/>
          <p:nvPr>
            <p:ph idx="4294967295" type="ctrTitle"/>
          </p:nvPr>
        </p:nvSpPr>
        <p:spPr>
          <a:xfrm>
            <a:off x="3190275" y="3222100"/>
            <a:ext cx="18129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JULHO-SETEMBRO/2020</a:t>
            </a:r>
            <a:endParaRPr sz="1400"/>
          </a:p>
        </p:txBody>
      </p:sp>
      <p:sp>
        <p:nvSpPr>
          <p:cNvPr id="125" name="Google Shape;125;p17"/>
          <p:cNvSpPr txBox="1"/>
          <p:nvPr>
            <p:ph idx="4294967295" type="subTitle"/>
          </p:nvPr>
        </p:nvSpPr>
        <p:spPr>
          <a:xfrm>
            <a:off x="3190275" y="3424400"/>
            <a:ext cx="1394400" cy="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/>
              <a:t>Projeto aprovado - comitê de ética (testes) </a:t>
            </a:r>
            <a:r>
              <a:rPr b="1" lang="es" sz="1000">
                <a:latin typeface="Roboto Condensed"/>
                <a:ea typeface="Roboto Condensed"/>
                <a:cs typeface="Roboto Condensed"/>
                <a:sym typeface="Roboto Condensed"/>
              </a:rPr>
              <a:t>Daniel na equipe!</a:t>
            </a:r>
            <a:endParaRPr b="1" sz="10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6" name="Google Shape;126;p17"/>
          <p:cNvSpPr txBox="1"/>
          <p:nvPr>
            <p:ph idx="4294967295" type="ctrTitle"/>
          </p:nvPr>
        </p:nvSpPr>
        <p:spPr>
          <a:xfrm>
            <a:off x="4871648" y="3222100"/>
            <a:ext cx="9483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</a:rPr>
              <a:t>14/10/2020</a:t>
            </a:r>
            <a:endParaRPr sz="1400"/>
          </a:p>
        </p:txBody>
      </p:sp>
      <p:sp>
        <p:nvSpPr>
          <p:cNvPr id="127" name="Google Shape;127;p17"/>
          <p:cNvSpPr txBox="1"/>
          <p:nvPr>
            <p:ph idx="4294967295" type="subTitle"/>
          </p:nvPr>
        </p:nvSpPr>
        <p:spPr>
          <a:xfrm>
            <a:off x="4584700" y="3528875"/>
            <a:ext cx="1522200" cy="4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>
                <a:latin typeface="Roboto Condensed"/>
                <a:ea typeface="Roboto Condensed"/>
                <a:cs typeface="Roboto Condensed"/>
                <a:sym typeface="Roboto Condensed"/>
              </a:rPr>
              <a:t>Aqui estamos nós!</a:t>
            </a:r>
            <a:endParaRPr b="1" sz="12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28" name="Google Shape;128;p17"/>
          <p:cNvGrpSpPr/>
          <p:nvPr/>
        </p:nvGrpSpPr>
        <p:grpSpPr>
          <a:xfrm>
            <a:off x="2613858" y="1523425"/>
            <a:ext cx="3920692" cy="2884211"/>
            <a:chOff x="2613858" y="1523425"/>
            <a:chExt cx="3920692" cy="2884211"/>
          </a:xfrm>
        </p:grpSpPr>
        <p:grpSp>
          <p:nvGrpSpPr>
            <p:cNvPr id="129" name="Google Shape;129;p17"/>
            <p:cNvGrpSpPr/>
            <p:nvPr/>
          </p:nvGrpSpPr>
          <p:grpSpPr>
            <a:xfrm>
              <a:off x="2613858" y="1523425"/>
              <a:ext cx="3920692" cy="2884211"/>
              <a:chOff x="2613858" y="1523425"/>
              <a:chExt cx="3920692" cy="2884211"/>
            </a:xfrm>
          </p:grpSpPr>
          <p:sp>
            <p:nvSpPr>
              <p:cNvPr id="130" name="Google Shape;130;p17"/>
              <p:cNvSpPr/>
              <p:nvPr/>
            </p:nvSpPr>
            <p:spPr>
              <a:xfrm rot="5400000">
                <a:off x="4924676" y="1720789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1" name="Google Shape;131;p17"/>
              <p:cNvCxnSpPr/>
              <p:nvPr/>
            </p:nvCxnSpPr>
            <p:spPr>
              <a:xfrm>
                <a:off x="5045464" y="1523425"/>
                <a:ext cx="0" cy="181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diamond"/>
                <a:tailEnd len="med" w="med" type="none"/>
              </a:ln>
            </p:spPr>
          </p:cxnSp>
          <p:sp>
            <p:nvSpPr>
              <p:cNvPr id="132" name="Google Shape;132;p17"/>
              <p:cNvSpPr/>
              <p:nvPr/>
            </p:nvSpPr>
            <p:spPr>
              <a:xfrm rot="5400000">
                <a:off x="6309028" y="2311963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 rot="5400000">
                <a:off x="5222154" y="4182115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 rot="5400000">
                <a:off x="2597765" y="3554395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 rot="5400000">
                <a:off x="3433899" y="2945028"/>
                <a:ext cx="241614" cy="209428"/>
              </a:xfrm>
              <a:custGeom>
                <a:rect b="b" l="l" r="r" t="t"/>
                <a:pathLst>
                  <a:path extrusionOk="0" h="27693" w="31949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>
                      <a:alpha val="39215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6" name="Google Shape;136;p17"/>
              <p:cNvCxnSpPr/>
              <p:nvPr/>
            </p:nvCxnSpPr>
            <p:spPr>
              <a:xfrm rot="10800000">
                <a:off x="6107000" y="2426400"/>
                <a:ext cx="217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diamond"/>
              </a:ln>
            </p:spPr>
          </p:cxnSp>
          <p:cxnSp>
            <p:nvCxnSpPr>
              <p:cNvPr id="137" name="Google Shape;137;p17"/>
              <p:cNvCxnSpPr/>
              <p:nvPr/>
            </p:nvCxnSpPr>
            <p:spPr>
              <a:xfrm>
                <a:off x="3554714" y="2752425"/>
                <a:ext cx="0" cy="181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diamond"/>
                <a:tailEnd len="med" w="med" type="none"/>
              </a:ln>
            </p:spPr>
          </p:cxnSp>
          <p:cxnSp>
            <p:nvCxnSpPr>
              <p:cNvPr id="138" name="Google Shape;138;p17"/>
              <p:cNvCxnSpPr/>
              <p:nvPr/>
            </p:nvCxnSpPr>
            <p:spPr>
              <a:xfrm rot="10800000">
                <a:off x="2823275" y="3659113"/>
                <a:ext cx="2172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diamond"/>
                <a:tailEnd len="med" w="med" type="none"/>
              </a:ln>
            </p:spPr>
          </p:cxnSp>
          <p:cxnSp>
            <p:nvCxnSpPr>
              <p:cNvPr id="139" name="Google Shape;139;p17"/>
              <p:cNvCxnSpPr/>
              <p:nvPr/>
            </p:nvCxnSpPr>
            <p:spPr>
              <a:xfrm>
                <a:off x="5342951" y="3984825"/>
                <a:ext cx="0" cy="181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diamond"/>
                <a:tailEnd len="med" w="med" type="none"/>
              </a:ln>
            </p:spPr>
          </p:cxnSp>
        </p:grpSp>
        <p:grpSp>
          <p:nvGrpSpPr>
            <p:cNvPr id="140" name="Google Shape;140;p17"/>
            <p:cNvGrpSpPr/>
            <p:nvPr/>
          </p:nvGrpSpPr>
          <p:grpSpPr>
            <a:xfrm>
              <a:off x="2691784" y="1805334"/>
              <a:ext cx="3761071" cy="2501708"/>
              <a:chOff x="2691784" y="1805334"/>
              <a:chExt cx="3761071" cy="2501708"/>
            </a:xfrm>
          </p:grpSpPr>
          <p:sp>
            <p:nvSpPr>
              <p:cNvPr id="141" name="Google Shape;141;p17"/>
              <p:cNvSpPr/>
              <p:nvPr/>
            </p:nvSpPr>
            <p:spPr>
              <a:xfrm>
                <a:off x="4306153" y="4266675"/>
                <a:ext cx="932050" cy="40353"/>
              </a:xfrm>
              <a:custGeom>
                <a:rect b="b" l="l" r="r" t="t"/>
                <a:pathLst>
                  <a:path extrusionOk="0" h="2706" w="10652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7"/>
              <p:cNvSpPr/>
              <p:nvPr/>
            </p:nvSpPr>
            <p:spPr>
              <a:xfrm>
                <a:off x="2691784" y="3762285"/>
                <a:ext cx="1916675" cy="544757"/>
              </a:xfrm>
              <a:custGeom>
                <a:rect b="b" l="l" r="r" t="t"/>
                <a:pathLst>
                  <a:path extrusionOk="0" h="36518" w="128485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7"/>
              <p:cNvSpPr/>
              <p:nvPr/>
            </p:nvSpPr>
            <p:spPr>
              <a:xfrm>
                <a:off x="2695021" y="3035999"/>
                <a:ext cx="754960" cy="529407"/>
              </a:xfrm>
              <a:custGeom>
                <a:rect b="b" l="l" r="r" t="t"/>
                <a:pathLst>
                  <a:path extrusionOk="0" h="35489" w="50609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3661791" y="2531620"/>
                <a:ext cx="2791064" cy="544757"/>
              </a:xfrm>
              <a:custGeom>
                <a:rect b="b" l="l" r="r" t="t"/>
                <a:pathLst>
                  <a:path extrusionOk="0" h="36518" w="18710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7"/>
              <p:cNvSpPr/>
              <p:nvPr/>
            </p:nvSpPr>
            <p:spPr>
              <a:xfrm>
                <a:off x="5153124" y="1805334"/>
                <a:ext cx="1294451" cy="512461"/>
              </a:xfrm>
              <a:custGeom>
                <a:rect b="b" l="l" r="r" t="t"/>
                <a:pathLst>
                  <a:path extrusionOk="0" h="34353" w="86774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7"/>
              <p:cNvSpPr/>
              <p:nvPr/>
            </p:nvSpPr>
            <p:spPr>
              <a:xfrm>
                <a:off x="2785807" y="1805334"/>
                <a:ext cx="2143839" cy="40367"/>
              </a:xfrm>
              <a:custGeom>
                <a:rect b="b" l="l" r="r" t="t"/>
                <a:pathLst>
                  <a:path extrusionOk="0" h="2706" w="143713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5447728" y="4266675"/>
                <a:ext cx="932050" cy="40353"/>
              </a:xfrm>
              <a:custGeom>
                <a:rect b="b" l="l" r="r" t="t"/>
                <a:pathLst>
                  <a:path extrusionOk="0" h="2706" w="10652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type="ctrTitle"/>
          </p:nvPr>
        </p:nvSpPr>
        <p:spPr>
          <a:xfrm flipH="1">
            <a:off x="2714084" y="1890188"/>
            <a:ext cx="3956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2017-2020</a:t>
            </a:r>
            <a:endParaRPr/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>
            <a:off x="1397425" y="2809300"/>
            <a:ext cx="3549600" cy="11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latin typeface="Roboto Condensed"/>
                <a:ea typeface="Roboto Condensed"/>
                <a:cs typeface="Roboto Condensed"/>
                <a:sym typeface="Roboto Condensed"/>
              </a:rPr>
              <a:t>Dissertação de Mestrado</a:t>
            </a:r>
            <a:endParaRPr b="1" sz="17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latin typeface="Roboto Condensed"/>
                <a:ea typeface="Roboto Condensed"/>
                <a:cs typeface="Roboto Condensed"/>
                <a:sym typeface="Roboto Condensed"/>
              </a:rPr>
              <a:t>Douglas Battisti</a:t>
            </a:r>
            <a:endParaRPr b="1" sz="17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latin typeface="Roboto Condensed"/>
                <a:ea typeface="Roboto Condensed"/>
                <a:cs typeface="Roboto Condensed"/>
                <a:sym typeface="Roboto Condensed"/>
              </a:rPr>
              <a:t>“Exergame com Cicloergômetro para a Reabilitação de Pacientes”</a:t>
            </a:r>
            <a:endParaRPr b="1" sz="1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ctrTitle"/>
          </p:nvPr>
        </p:nvSpPr>
        <p:spPr>
          <a:xfrm flipH="1">
            <a:off x="395675" y="301725"/>
            <a:ext cx="26676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PROBLEMA</a:t>
            </a:r>
            <a:endParaRPr u="sng"/>
          </a:p>
        </p:txBody>
      </p:sp>
      <p:sp>
        <p:nvSpPr>
          <p:cNvPr id="159" name="Google Shape;159;p19"/>
          <p:cNvSpPr txBox="1"/>
          <p:nvPr>
            <p:ph idx="1" type="subTitle"/>
          </p:nvPr>
        </p:nvSpPr>
        <p:spPr>
          <a:xfrm>
            <a:off x="140575" y="1050950"/>
            <a:ext cx="3290100" cy="17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Reabilitação com Cicloergômetro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/>
              <a:t>Distrofia muscular por inatividade física</a:t>
            </a:r>
            <a:endParaRPr sz="1500"/>
          </a:p>
        </p:txBody>
      </p:sp>
      <p:pic>
        <p:nvPicPr>
          <p:cNvPr id="160" name="Google Shape;16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750" y="2076025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075" y="2429975"/>
            <a:ext cx="2482794" cy="25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>
            <p:ph idx="1" type="subTitle"/>
          </p:nvPr>
        </p:nvSpPr>
        <p:spPr>
          <a:xfrm>
            <a:off x="5523650" y="301725"/>
            <a:ext cx="3290100" cy="9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 Condensed"/>
                <a:ea typeface="Roboto Condensed"/>
                <a:cs typeface="Roboto Condensed"/>
                <a:sym typeface="Roboto Condensed"/>
              </a:rPr>
              <a:t>Motivação? Engajamento?</a:t>
            </a:r>
            <a:endParaRPr b="1" sz="15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 Condensed"/>
                <a:ea typeface="Roboto Condensed"/>
                <a:cs typeface="Roboto Condensed"/>
                <a:sym typeface="Roboto Condensed"/>
              </a:rPr>
              <a:t>Vontade de realizar a atividade?</a:t>
            </a:r>
            <a:endParaRPr b="1" sz="15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Roboto Condensed"/>
                <a:ea typeface="Roboto Condensed"/>
                <a:cs typeface="Roboto Condensed"/>
                <a:sym typeface="Roboto Condensed"/>
              </a:rPr>
              <a:t>Incentivar a constância na velocidade das pedaladas?</a:t>
            </a:r>
            <a:endParaRPr b="1" sz="15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63" name="Google Shape;16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9175" y="1543750"/>
            <a:ext cx="2848275" cy="28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25" y="390975"/>
            <a:ext cx="8611901" cy="37889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>
            <p:ph idx="4294967295" type="ctrTitle"/>
          </p:nvPr>
        </p:nvSpPr>
        <p:spPr>
          <a:xfrm flipH="1">
            <a:off x="236725" y="4226875"/>
            <a:ext cx="86118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Contagem/Velocidade |  Batimentos Cardíacos | Oximetria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50114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ctrTitle"/>
          </p:nvPr>
        </p:nvSpPr>
        <p:spPr>
          <a:xfrm flipH="1">
            <a:off x="749100" y="500825"/>
            <a:ext cx="83949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AVALIAÇÃO DO PROJETO</a:t>
            </a:r>
            <a:endParaRPr/>
          </a:p>
        </p:txBody>
      </p:sp>
      <p:grpSp>
        <p:nvGrpSpPr>
          <p:cNvPr id="190" name="Google Shape;190;p24"/>
          <p:cNvGrpSpPr/>
          <p:nvPr/>
        </p:nvGrpSpPr>
        <p:grpSpPr>
          <a:xfrm>
            <a:off x="1781155" y="1973175"/>
            <a:ext cx="1095440" cy="1141825"/>
            <a:chOff x="1781155" y="1973175"/>
            <a:chExt cx="1095440" cy="1141825"/>
          </a:xfrm>
        </p:grpSpPr>
        <p:cxnSp>
          <p:nvCxnSpPr>
            <p:cNvPr id="191" name="Google Shape;191;p24"/>
            <p:cNvCxnSpPr>
              <a:stCxn id="192" idx="2"/>
              <a:endCxn id="193" idx="0"/>
            </p:cNvCxnSpPr>
            <p:nvPr/>
          </p:nvCxnSpPr>
          <p:spPr>
            <a:xfrm>
              <a:off x="2328975" y="2677900"/>
              <a:ext cx="0" cy="4371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  <p:sp>
          <p:nvSpPr>
            <p:cNvPr id="194" name="Google Shape;194;p24"/>
            <p:cNvSpPr/>
            <p:nvPr/>
          </p:nvSpPr>
          <p:spPr>
            <a:xfrm>
              <a:off x="1781155" y="1973175"/>
              <a:ext cx="1095440" cy="947759"/>
            </a:xfrm>
            <a:custGeom>
              <a:rect b="b" l="l" r="r" t="t"/>
              <a:pathLst>
                <a:path extrusionOk="0" h="27692" w="32007">
                  <a:moveTo>
                    <a:pt x="8016" y="0"/>
                  </a:moveTo>
                  <a:lnTo>
                    <a:pt x="0" y="13846"/>
                  </a:lnTo>
                  <a:lnTo>
                    <a:pt x="8016" y="27692"/>
                  </a:lnTo>
                  <a:lnTo>
                    <a:pt x="23990" y="27692"/>
                  </a:lnTo>
                  <a:lnTo>
                    <a:pt x="32006" y="13846"/>
                  </a:lnTo>
                  <a:lnTo>
                    <a:pt x="2399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4"/>
            <p:cNvSpPr/>
            <p:nvPr/>
          </p:nvSpPr>
          <p:spPr>
            <a:xfrm>
              <a:off x="1882902" y="2062431"/>
              <a:ext cx="891904" cy="771226"/>
            </a:xfrm>
            <a:custGeom>
              <a:rect b="b" l="l" r="r" t="t"/>
              <a:pathLst>
                <a:path extrusionOk="0" h="22534" w="26060">
                  <a:moveTo>
                    <a:pt x="6501" y="1"/>
                  </a:moveTo>
                  <a:lnTo>
                    <a:pt x="1" y="11238"/>
                  </a:lnTo>
                  <a:lnTo>
                    <a:pt x="6501" y="22533"/>
                  </a:lnTo>
                  <a:lnTo>
                    <a:pt x="19501" y="22533"/>
                  </a:lnTo>
                  <a:lnTo>
                    <a:pt x="26060" y="11238"/>
                  </a:lnTo>
                  <a:lnTo>
                    <a:pt x="1950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1882902" y="2062431"/>
              <a:ext cx="891904" cy="771226"/>
            </a:xfrm>
            <a:custGeom>
              <a:rect b="b" l="l" r="r" t="t"/>
              <a:pathLst>
                <a:path extrusionOk="0" h="22534" w="26060">
                  <a:moveTo>
                    <a:pt x="6501" y="1"/>
                  </a:moveTo>
                  <a:lnTo>
                    <a:pt x="1" y="11238"/>
                  </a:lnTo>
                  <a:lnTo>
                    <a:pt x="6501" y="22533"/>
                  </a:lnTo>
                  <a:lnTo>
                    <a:pt x="19501" y="22533"/>
                  </a:lnTo>
                  <a:lnTo>
                    <a:pt x="26060" y="11238"/>
                  </a:lnTo>
                  <a:lnTo>
                    <a:pt x="1950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1882902" y="2060446"/>
              <a:ext cx="891904" cy="773211"/>
            </a:xfrm>
            <a:custGeom>
              <a:rect b="b" l="l" r="r" t="t"/>
              <a:pathLst>
                <a:path extrusionOk="0" h="22592" w="26060">
                  <a:moveTo>
                    <a:pt x="18160" y="2420"/>
                  </a:moveTo>
                  <a:lnTo>
                    <a:pt x="23262" y="11296"/>
                  </a:lnTo>
                  <a:lnTo>
                    <a:pt x="18160" y="20157"/>
                  </a:lnTo>
                  <a:lnTo>
                    <a:pt x="7900" y="20157"/>
                  </a:lnTo>
                  <a:lnTo>
                    <a:pt x="2799" y="11296"/>
                  </a:lnTo>
                  <a:lnTo>
                    <a:pt x="7900" y="2420"/>
                  </a:lnTo>
                  <a:close/>
                  <a:moveTo>
                    <a:pt x="6501" y="1"/>
                  </a:moveTo>
                  <a:lnTo>
                    <a:pt x="1" y="11296"/>
                  </a:lnTo>
                  <a:lnTo>
                    <a:pt x="6501" y="22591"/>
                  </a:lnTo>
                  <a:lnTo>
                    <a:pt x="19560" y="22591"/>
                  </a:lnTo>
                  <a:lnTo>
                    <a:pt x="26060" y="11296"/>
                  </a:lnTo>
                  <a:lnTo>
                    <a:pt x="1956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24"/>
          <p:cNvSpPr txBox="1"/>
          <p:nvPr>
            <p:ph idx="4294967295" type="ctrTitle"/>
          </p:nvPr>
        </p:nvSpPr>
        <p:spPr>
          <a:xfrm>
            <a:off x="1638375" y="3115000"/>
            <a:ext cx="1381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QUESTIONÁRIO A</a:t>
            </a:r>
            <a:endParaRPr sz="1600"/>
          </a:p>
        </p:txBody>
      </p:sp>
      <p:sp>
        <p:nvSpPr>
          <p:cNvPr id="198" name="Google Shape;198;p24"/>
          <p:cNvSpPr txBox="1"/>
          <p:nvPr>
            <p:ph idx="4294967295" type="subTitle"/>
          </p:nvPr>
        </p:nvSpPr>
        <p:spPr>
          <a:xfrm>
            <a:off x="1638300" y="3576450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Validação da problemática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9" name="Google Shape;199;p24"/>
          <p:cNvSpPr txBox="1"/>
          <p:nvPr>
            <p:ph idx="4294967295" type="ctrTitle"/>
          </p:nvPr>
        </p:nvSpPr>
        <p:spPr>
          <a:xfrm>
            <a:off x="3171372" y="3115000"/>
            <a:ext cx="124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lt1"/>
                </a:solidFill>
              </a:rPr>
              <a:t>CONTATO</a:t>
            </a:r>
            <a:endParaRPr sz="1600"/>
          </a:p>
        </p:txBody>
      </p:sp>
      <p:sp>
        <p:nvSpPr>
          <p:cNvPr id="200" name="Google Shape;200;p24"/>
          <p:cNvSpPr txBox="1"/>
          <p:nvPr>
            <p:ph idx="4294967295" type="subTitle"/>
          </p:nvPr>
        </p:nvSpPr>
        <p:spPr>
          <a:xfrm>
            <a:off x="3104700" y="3576450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100"/>
              <a:t>Leitura de documento explicativo</a:t>
            </a:r>
            <a:endParaRPr sz="1100"/>
          </a:p>
        </p:txBody>
      </p:sp>
      <p:sp>
        <p:nvSpPr>
          <p:cNvPr id="201" name="Google Shape;201;p24"/>
          <p:cNvSpPr txBox="1"/>
          <p:nvPr>
            <p:ph idx="4294967295" type="ctrTitle"/>
          </p:nvPr>
        </p:nvSpPr>
        <p:spPr>
          <a:xfrm>
            <a:off x="4571025" y="3115000"/>
            <a:ext cx="1381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lt1"/>
                </a:solidFill>
              </a:rPr>
              <a:t>EXPERIÊNCIA</a:t>
            </a:r>
            <a:endParaRPr sz="1600"/>
          </a:p>
        </p:txBody>
      </p:sp>
      <p:sp>
        <p:nvSpPr>
          <p:cNvPr id="202" name="Google Shape;202;p24"/>
          <p:cNvSpPr txBox="1"/>
          <p:nvPr>
            <p:ph idx="4294967295" type="subTitle"/>
          </p:nvPr>
        </p:nvSpPr>
        <p:spPr>
          <a:xfrm>
            <a:off x="4571100" y="3576450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100"/>
              <a:t>Vídeo de demonstração</a:t>
            </a:r>
            <a:endParaRPr sz="1100"/>
          </a:p>
        </p:txBody>
      </p:sp>
      <p:sp>
        <p:nvSpPr>
          <p:cNvPr id="203" name="Google Shape;203;p24"/>
          <p:cNvSpPr txBox="1"/>
          <p:nvPr>
            <p:ph idx="4294967295" type="ctrTitle"/>
          </p:nvPr>
        </p:nvSpPr>
        <p:spPr>
          <a:xfrm>
            <a:off x="6019050" y="3115000"/>
            <a:ext cx="14181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lt1"/>
                </a:solidFill>
              </a:rPr>
              <a:t>QUESTIONÁRIO B</a:t>
            </a:r>
            <a:endParaRPr sz="1600"/>
          </a:p>
        </p:txBody>
      </p:sp>
      <p:grpSp>
        <p:nvGrpSpPr>
          <p:cNvPr id="204" name="Google Shape;204;p24"/>
          <p:cNvGrpSpPr/>
          <p:nvPr/>
        </p:nvGrpSpPr>
        <p:grpSpPr>
          <a:xfrm>
            <a:off x="3247580" y="1972844"/>
            <a:ext cx="1095440" cy="1141900"/>
            <a:chOff x="3247580" y="1973175"/>
            <a:chExt cx="1095440" cy="1141900"/>
          </a:xfrm>
        </p:grpSpPr>
        <p:sp>
          <p:nvSpPr>
            <p:cNvPr id="205" name="Google Shape;205;p24"/>
            <p:cNvSpPr/>
            <p:nvPr/>
          </p:nvSpPr>
          <p:spPr>
            <a:xfrm>
              <a:off x="3247580" y="1973175"/>
              <a:ext cx="1095440" cy="947759"/>
            </a:xfrm>
            <a:custGeom>
              <a:rect b="b" l="l" r="r" t="t"/>
              <a:pathLst>
                <a:path extrusionOk="0" h="27692" w="32007">
                  <a:moveTo>
                    <a:pt x="8016" y="0"/>
                  </a:moveTo>
                  <a:lnTo>
                    <a:pt x="0" y="13846"/>
                  </a:lnTo>
                  <a:lnTo>
                    <a:pt x="8016" y="27692"/>
                  </a:lnTo>
                  <a:lnTo>
                    <a:pt x="23990" y="27692"/>
                  </a:lnTo>
                  <a:lnTo>
                    <a:pt x="32006" y="13846"/>
                  </a:lnTo>
                  <a:lnTo>
                    <a:pt x="2399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3349327" y="2062431"/>
              <a:ext cx="891903" cy="771226"/>
            </a:xfrm>
            <a:custGeom>
              <a:rect b="b" l="l" r="r" t="t"/>
              <a:pathLst>
                <a:path extrusionOk="0" h="22534" w="26060">
                  <a:moveTo>
                    <a:pt x="6501" y="1"/>
                  </a:moveTo>
                  <a:lnTo>
                    <a:pt x="1" y="11238"/>
                  </a:lnTo>
                  <a:lnTo>
                    <a:pt x="6501" y="22533"/>
                  </a:lnTo>
                  <a:lnTo>
                    <a:pt x="19501" y="22533"/>
                  </a:lnTo>
                  <a:lnTo>
                    <a:pt x="26060" y="11238"/>
                  </a:lnTo>
                  <a:lnTo>
                    <a:pt x="1950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3349327" y="2062431"/>
              <a:ext cx="891903" cy="771226"/>
            </a:xfrm>
            <a:custGeom>
              <a:rect b="b" l="l" r="r" t="t"/>
              <a:pathLst>
                <a:path extrusionOk="0" h="22534" w="26060">
                  <a:moveTo>
                    <a:pt x="6501" y="1"/>
                  </a:moveTo>
                  <a:lnTo>
                    <a:pt x="1" y="11238"/>
                  </a:lnTo>
                  <a:lnTo>
                    <a:pt x="6501" y="22533"/>
                  </a:lnTo>
                  <a:lnTo>
                    <a:pt x="19501" y="22533"/>
                  </a:lnTo>
                  <a:lnTo>
                    <a:pt x="26060" y="11238"/>
                  </a:lnTo>
                  <a:lnTo>
                    <a:pt x="1950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3349327" y="2060446"/>
              <a:ext cx="891903" cy="773211"/>
            </a:xfrm>
            <a:custGeom>
              <a:rect b="b" l="l" r="r" t="t"/>
              <a:pathLst>
                <a:path extrusionOk="0" h="22592" w="26060">
                  <a:moveTo>
                    <a:pt x="18160" y="2420"/>
                  </a:moveTo>
                  <a:lnTo>
                    <a:pt x="23262" y="11296"/>
                  </a:lnTo>
                  <a:lnTo>
                    <a:pt x="18160" y="20157"/>
                  </a:lnTo>
                  <a:lnTo>
                    <a:pt x="7900" y="20157"/>
                  </a:lnTo>
                  <a:lnTo>
                    <a:pt x="2799" y="11296"/>
                  </a:lnTo>
                  <a:lnTo>
                    <a:pt x="7900" y="2420"/>
                  </a:lnTo>
                  <a:close/>
                  <a:moveTo>
                    <a:pt x="6501" y="1"/>
                  </a:moveTo>
                  <a:lnTo>
                    <a:pt x="1" y="11296"/>
                  </a:lnTo>
                  <a:lnTo>
                    <a:pt x="6501" y="22591"/>
                  </a:lnTo>
                  <a:lnTo>
                    <a:pt x="19560" y="22591"/>
                  </a:lnTo>
                  <a:lnTo>
                    <a:pt x="26060" y="11296"/>
                  </a:lnTo>
                  <a:lnTo>
                    <a:pt x="1956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" name="Google Shape;209;p24"/>
            <p:cNvCxnSpPr/>
            <p:nvPr/>
          </p:nvCxnSpPr>
          <p:spPr>
            <a:xfrm>
              <a:off x="3795750" y="2677975"/>
              <a:ext cx="0" cy="4371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sp>
        <p:nvSpPr>
          <p:cNvPr id="210" name="Google Shape;210;p24"/>
          <p:cNvSpPr txBox="1"/>
          <p:nvPr>
            <p:ph idx="4294967295" type="subTitle"/>
          </p:nvPr>
        </p:nvSpPr>
        <p:spPr>
          <a:xfrm>
            <a:off x="6037500" y="3576450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100"/>
              <a:t>Validação da solução construída</a:t>
            </a:r>
            <a:endParaRPr sz="1100"/>
          </a:p>
        </p:txBody>
      </p:sp>
      <p:grpSp>
        <p:nvGrpSpPr>
          <p:cNvPr id="211" name="Google Shape;211;p24"/>
          <p:cNvGrpSpPr/>
          <p:nvPr/>
        </p:nvGrpSpPr>
        <p:grpSpPr>
          <a:xfrm>
            <a:off x="6173413" y="1973175"/>
            <a:ext cx="1095440" cy="1141900"/>
            <a:chOff x="6180430" y="1973175"/>
            <a:chExt cx="1095440" cy="1141900"/>
          </a:xfrm>
        </p:grpSpPr>
        <p:sp>
          <p:nvSpPr>
            <p:cNvPr id="212" name="Google Shape;212;p24"/>
            <p:cNvSpPr/>
            <p:nvPr/>
          </p:nvSpPr>
          <p:spPr>
            <a:xfrm>
              <a:off x="6180430" y="1973175"/>
              <a:ext cx="1095440" cy="947759"/>
            </a:xfrm>
            <a:custGeom>
              <a:rect b="b" l="l" r="r" t="t"/>
              <a:pathLst>
                <a:path extrusionOk="0" h="27692" w="32007">
                  <a:moveTo>
                    <a:pt x="8016" y="0"/>
                  </a:moveTo>
                  <a:lnTo>
                    <a:pt x="0" y="13846"/>
                  </a:lnTo>
                  <a:lnTo>
                    <a:pt x="8016" y="27692"/>
                  </a:lnTo>
                  <a:lnTo>
                    <a:pt x="23990" y="27692"/>
                  </a:lnTo>
                  <a:lnTo>
                    <a:pt x="32006" y="13846"/>
                  </a:lnTo>
                  <a:lnTo>
                    <a:pt x="2399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6282177" y="2062431"/>
              <a:ext cx="891903" cy="771226"/>
            </a:xfrm>
            <a:custGeom>
              <a:rect b="b" l="l" r="r" t="t"/>
              <a:pathLst>
                <a:path extrusionOk="0" h="22534" w="26060">
                  <a:moveTo>
                    <a:pt x="6501" y="1"/>
                  </a:moveTo>
                  <a:lnTo>
                    <a:pt x="1" y="11238"/>
                  </a:lnTo>
                  <a:lnTo>
                    <a:pt x="6501" y="22533"/>
                  </a:lnTo>
                  <a:lnTo>
                    <a:pt x="19501" y="22533"/>
                  </a:lnTo>
                  <a:lnTo>
                    <a:pt x="26060" y="11238"/>
                  </a:lnTo>
                  <a:lnTo>
                    <a:pt x="1950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6282177" y="2062431"/>
              <a:ext cx="891903" cy="771226"/>
            </a:xfrm>
            <a:custGeom>
              <a:rect b="b" l="l" r="r" t="t"/>
              <a:pathLst>
                <a:path extrusionOk="0" h="22534" w="26060">
                  <a:moveTo>
                    <a:pt x="6501" y="1"/>
                  </a:moveTo>
                  <a:lnTo>
                    <a:pt x="1" y="11238"/>
                  </a:lnTo>
                  <a:lnTo>
                    <a:pt x="6501" y="22533"/>
                  </a:lnTo>
                  <a:lnTo>
                    <a:pt x="19501" y="22533"/>
                  </a:lnTo>
                  <a:lnTo>
                    <a:pt x="26060" y="11238"/>
                  </a:lnTo>
                  <a:lnTo>
                    <a:pt x="1950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6282177" y="2060446"/>
              <a:ext cx="891903" cy="773211"/>
            </a:xfrm>
            <a:custGeom>
              <a:rect b="b" l="l" r="r" t="t"/>
              <a:pathLst>
                <a:path extrusionOk="0" h="22592" w="26060">
                  <a:moveTo>
                    <a:pt x="18160" y="2420"/>
                  </a:moveTo>
                  <a:lnTo>
                    <a:pt x="23262" y="11296"/>
                  </a:lnTo>
                  <a:lnTo>
                    <a:pt x="18160" y="20157"/>
                  </a:lnTo>
                  <a:lnTo>
                    <a:pt x="7900" y="20157"/>
                  </a:lnTo>
                  <a:lnTo>
                    <a:pt x="2799" y="11296"/>
                  </a:lnTo>
                  <a:lnTo>
                    <a:pt x="7900" y="2420"/>
                  </a:lnTo>
                  <a:close/>
                  <a:moveTo>
                    <a:pt x="6501" y="1"/>
                  </a:moveTo>
                  <a:lnTo>
                    <a:pt x="1" y="11296"/>
                  </a:lnTo>
                  <a:lnTo>
                    <a:pt x="6501" y="22591"/>
                  </a:lnTo>
                  <a:lnTo>
                    <a:pt x="19560" y="22591"/>
                  </a:lnTo>
                  <a:lnTo>
                    <a:pt x="26060" y="11296"/>
                  </a:lnTo>
                  <a:lnTo>
                    <a:pt x="1956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6" name="Google Shape;216;p24"/>
            <p:cNvCxnSpPr/>
            <p:nvPr/>
          </p:nvCxnSpPr>
          <p:spPr>
            <a:xfrm>
              <a:off x="6728025" y="2677975"/>
              <a:ext cx="0" cy="4371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217" name="Google Shape;217;p24"/>
          <p:cNvGrpSpPr/>
          <p:nvPr/>
        </p:nvGrpSpPr>
        <p:grpSpPr>
          <a:xfrm>
            <a:off x="4710505" y="1965832"/>
            <a:ext cx="1095440" cy="1141900"/>
            <a:chOff x="4714005" y="1973175"/>
            <a:chExt cx="1095440" cy="1141900"/>
          </a:xfrm>
        </p:grpSpPr>
        <p:sp>
          <p:nvSpPr>
            <p:cNvPr id="218" name="Google Shape;218;p24"/>
            <p:cNvSpPr/>
            <p:nvPr/>
          </p:nvSpPr>
          <p:spPr>
            <a:xfrm>
              <a:off x="4714005" y="1973175"/>
              <a:ext cx="1095440" cy="947759"/>
            </a:xfrm>
            <a:custGeom>
              <a:rect b="b" l="l" r="r" t="t"/>
              <a:pathLst>
                <a:path extrusionOk="0" h="27692" w="32007">
                  <a:moveTo>
                    <a:pt x="8016" y="0"/>
                  </a:moveTo>
                  <a:lnTo>
                    <a:pt x="0" y="13846"/>
                  </a:lnTo>
                  <a:lnTo>
                    <a:pt x="8016" y="27692"/>
                  </a:lnTo>
                  <a:lnTo>
                    <a:pt x="23990" y="27692"/>
                  </a:lnTo>
                  <a:lnTo>
                    <a:pt x="32006" y="13846"/>
                  </a:lnTo>
                  <a:lnTo>
                    <a:pt x="2399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4815752" y="2062431"/>
              <a:ext cx="891903" cy="771226"/>
            </a:xfrm>
            <a:custGeom>
              <a:rect b="b" l="l" r="r" t="t"/>
              <a:pathLst>
                <a:path extrusionOk="0" h="22534" w="26060">
                  <a:moveTo>
                    <a:pt x="6501" y="1"/>
                  </a:moveTo>
                  <a:lnTo>
                    <a:pt x="1" y="11238"/>
                  </a:lnTo>
                  <a:lnTo>
                    <a:pt x="6501" y="22533"/>
                  </a:lnTo>
                  <a:lnTo>
                    <a:pt x="19501" y="22533"/>
                  </a:lnTo>
                  <a:lnTo>
                    <a:pt x="26060" y="11238"/>
                  </a:lnTo>
                  <a:lnTo>
                    <a:pt x="1950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4815752" y="2062431"/>
              <a:ext cx="891903" cy="771226"/>
            </a:xfrm>
            <a:custGeom>
              <a:rect b="b" l="l" r="r" t="t"/>
              <a:pathLst>
                <a:path extrusionOk="0" h="22534" w="26060">
                  <a:moveTo>
                    <a:pt x="6501" y="1"/>
                  </a:moveTo>
                  <a:lnTo>
                    <a:pt x="1" y="11238"/>
                  </a:lnTo>
                  <a:lnTo>
                    <a:pt x="6501" y="22533"/>
                  </a:lnTo>
                  <a:lnTo>
                    <a:pt x="19501" y="22533"/>
                  </a:lnTo>
                  <a:lnTo>
                    <a:pt x="26060" y="11238"/>
                  </a:lnTo>
                  <a:lnTo>
                    <a:pt x="19501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9215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4815752" y="2060446"/>
              <a:ext cx="891903" cy="773211"/>
            </a:xfrm>
            <a:custGeom>
              <a:rect b="b" l="l" r="r" t="t"/>
              <a:pathLst>
                <a:path extrusionOk="0" h="22592" w="26060">
                  <a:moveTo>
                    <a:pt x="18160" y="2420"/>
                  </a:moveTo>
                  <a:lnTo>
                    <a:pt x="23262" y="11296"/>
                  </a:lnTo>
                  <a:lnTo>
                    <a:pt x="18160" y="20157"/>
                  </a:lnTo>
                  <a:lnTo>
                    <a:pt x="7900" y="20157"/>
                  </a:lnTo>
                  <a:lnTo>
                    <a:pt x="2799" y="11296"/>
                  </a:lnTo>
                  <a:lnTo>
                    <a:pt x="7900" y="2420"/>
                  </a:lnTo>
                  <a:close/>
                  <a:moveTo>
                    <a:pt x="6501" y="1"/>
                  </a:moveTo>
                  <a:lnTo>
                    <a:pt x="1" y="11296"/>
                  </a:lnTo>
                  <a:lnTo>
                    <a:pt x="6501" y="22591"/>
                  </a:lnTo>
                  <a:lnTo>
                    <a:pt x="19560" y="22591"/>
                  </a:lnTo>
                  <a:lnTo>
                    <a:pt x="26060" y="11296"/>
                  </a:lnTo>
                  <a:lnTo>
                    <a:pt x="19560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2" name="Google Shape;222;p24"/>
            <p:cNvCxnSpPr/>
            <p:nvPr/>
          </p:nvCxnSpPr>
          <p:spPr>
            <a:xfrm>
              <a:off x="5262600" y="2677975"/>
              <a:ext cx="0" cy="4371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diamond"/>
            </a:ln>
          </p:spPr>
        </p:cxnSp>
      </p:grpSp>
      <p:grpSp>
        <p:nvGrpSpPr>
          <p:cNvPr id="223" name="Google Shape;223;p24"/>
          <p:cNvGrpSpPr/>
          <p:nvPr/>
        </p:nvGrpSpPr>
        <p:grpSpPr>
          <a:xfrm>
            <a:off x="2203934" y="2254578"/>
            <a:ext cx="249874" cy="327795"/>
            <a:chOff x="-3365275" y="3253275"/>
            <a:chExt cx="222150" cy="291425"/>
          </a:xfrm>
        </p:grpSpPr>
        <p:sp>
          <p:nvSpPr>
            <p:cNvPr id="224" name="Google Shape;224;p24"/>
            <p:cNvSpPr/>
            <p:nvPr/>
          </p:nvSpPr>
          <p:spPr>
            <a:xfrm>
              <a:off x="-3365275" y="3253275"/>
              <a:ext cx="222150" cy="291425"/>
            </a:xfrm>
            <a:custGeom>
              <a:rect b="b" l="l" r="r" t="t"/>
              <a:pathLst>
                <a:path extrusionOk="0" h="11657" w="8886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-3314075" y="347617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24"/>
          <p:cNvGrpSpPr/>
          <p:nvPr/>
        </p:nvGrpSpPr>
        <p:grpSpPr>
          <a:xfrm>
            <a:off x="6603159" y="2254578"/>
            <a:ext cx="249874" cy="327795"/>
            <a:chOff x="-3365275" y="3253275"/>
            <a:chExt cx="222150" cy="291425"/>
          </a:xfrm>
        </p:grpSpPr>
        <p:sp>
          <p:nvSpPr>
            <p:cNvPr id="227" name="Google Shape;227;p24"/>
            <p:cNvSpPr/>
            <p:nvPr/>
          </p:nvSpPr>
          <p:spPr>
            <a:xfrm>
              <a:off x="-3365275" y="3253275"/>
              <a:ext cx="222150" cy="291425"/>
            </a:xfrm>
            <a:custGeom>
              <a:rect b="b" l="l" r="r" t="t"/>
              <a:pathLst>
                <a:path extrusionOk="0" h="11657" w="8886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-3314075" y="3476175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" name="Google Shape;229;p24"/>
          <p:cNvGrpSpPr/>
          <p:nvPr/>
        </p:nvGrpSpPr>
        <p:grpSpPr>
          <a:xfrm>
            <a:off x="3628485" y="2253075"/>
            <a:ext cx="333480" cy="330800"/>
            <a:chOff x="946175" y="3253275"/>
            <a:chExt cx="298550" cy="296150"/>
          </a:xfrm>
        </p:grpSpPr>
        <p:sp>
          <p:nvSpPr>
            <p:cNvPr id="230" name="Google Shape;230;p24"/>
            <p:cNvSpPr/>
            <p:nvPr/>
          </p:nvSpPr>
          <p:spPr>
            <a:xfrm>
              <a:off x="946175" y="3253275"/>
              <a:ext cx="209550" cy="261500"/>
            </a:xfrm>
            <a:custGeom>
              <a:rect b="b" l="l" r="r" t="t"/>
              <a:pathLst>
                <a:path extrusionOk="0" h="10460" w="8382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rgbClr val="F3F3F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986350" y="3293425"/>
              <a:ext cx="47300" cy="48075"/>
            </a:xfrm>
            <a:custGeom>
              <a:rect b="b" l="l" r="r" t="t"/>
              <a:pathLst>
                <a:path extrusionOk="0" h="1923" w="1892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rgbClr val="F3F3F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1051725" y="3359600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rgbClr val="F3F3F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980050" y="3289500"/>
              <a:ext cx="192200" cy="242600"/>
            </a:xfrm>
            <a:custGeom>
              <a:rect b="b" l="l" r="r" t="t"/>
              <a:pathLst>
                <a:path extrusionOk="0" h="9704" w="7688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rgbClr val="F3F3F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1154125" y="3460400"/>
              <a:ext cx="90600" cy="89025"/>
            </a:xfrm>
            <a:custGeom>
              <a:rect b="b" l="l" r="r" t="t"/>
              <a:pathLst>
                <a:path extrusionOk="0" h="3561" w="3624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rgbClr val="F3F3F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24"/>
          <p:cNvGrpSpPr/>
          <p:nvPr/>
        </p:nvGrpSpPr>
        <p:grpSpPr>
          <a:xfrm>
            <a:off x="5096336" y="2311573"/>
            <a:ext cx="323790" cy="213822"/>
            <a:chOff x="5358450" y="4015675"/>
            <a:chExt cx="289875" cy="191425"/>
          </a:xfrm>
        </p:grpSpPr>
        <p:sp>
          <p:nvSpPr>
            <p:cNvPr id="236" name="Google Shape;236;p24"/>
            <p:cNvSpPr/>
            <p:nvPr/>
          </p:nvSpPr>
          <p:spPr>
            <a:xfrm>
              <a:off x="5358450" y="4015675"/>
              <a:ext cx="289875" cy="89025"/>
            </a:xfrm>
            <a:custGeom>
              <a:rect b="b" l="l" r="r" t="t"/>
              <a:pathLst>
                <a:path extrusionOk="0" h="3561" w="11595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5494725" y="4101525"/>
              <a:ext cx="17350" cy="18150"/>
            </a:xfrm>
            <a:custGeom>
              <a:rect b="b" l="l" r="r" t="t"/>
              <a:pathLst>
                <a:path extrusionOk="0" h="726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5460050" y="4077125"/>
              <a:ext cx="86675" cy="78000"/>
            </a:xfrm>
            <a:custGeom>
              <a:rect b="b" l="l" r="r" t="t"/>
              <a:pathLst>
                <a:path extrusionOk="0" h="3120" w="3467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362400" y="4084200"/>
              <a:ext cx="282000" cy="122900"/>
            </a:xfrm>
            <a:custGeom>
              <a:rect b="b" l="l" r="r" t="t"/>
              <a:pathLst>
                <a:path extrusionOk="0" h="4916" w="1128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ctrTitle"/>
          </p:nvPr>
        </p:nvSpPr>
        <p:spPr>
          <a:xfrm flipH="1">
            <a:off x="2714084" y="1890188"/>
            <a:ext cx="3956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 PARTIR DE MARÇO/2020</a:t>
            </a:r>
            <a:endParaRPr/>
          </a:p>
        </p:txBody>
      </p:sp>
      <p:sp>
        <p:nvSpPr>
          <p:cNvPr id="245" name="Google Shape;245;p25"/>
          <p:cNvSpPr txBox="1"/>
          <p:nvPr>
            <p:ph idx="1" type="subTitle"/>
          </p:nvPr>
        </p:nvSpPr>
        <p:spPr>
          <a:xfrm>
            <a:off x="1397425" y="2809300"/>
            <a:ext cx="3012600" cy="11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latin typeface="Roboto Condensed"/>
                <a:ea typeface="Roboto Condensed"/>
                <a:cs typeface="Roboto Condensed"/>
                <a:sym typeface="Roboto Condensed"/>
              </a:rPr>
              <a:t>Uma realidade inesperada</a:t>
            </a:r>
            <a:endParaRPr b="1" sz="17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6"/>
          <p:cNvPicPr preferRelativeResize="0"/>
          <p:nvPr/>
        </p:nvPicPr>
        <p:blipFill rotWithShape="1">
          <a:blip r:embed="rId3">
            <a:alphaModFix/>
          </a:blip>
          <a:srcRect b="0" l="32861" r="37386" t="8792"/>
          <a:stretch/>
        </p:blipFill>
        <p:spPr>
          <a:xfrm>
            <a:off x="252625" y="374413"/>
            <a:ext cx="2371749" cy="38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/>
          <p:cNvPicPr preferRelativeResize="0"/>
          <p:nvPr/>
        </p:nvPicPr>
        <p:blipFill rotWithShape="1">
          <a:blip r:embed="rId4">
            <a:alphaModFix/>
          </a:blip>
          <a:srcRect b="0" l="0" r="17634" t="0"/>
          <a:stretch/>
        </p:blipFill>
        <p:spPr>
          <a:xfrm>
            <a:off x="2727650" y="374413"/>
            <a:ext cx="6268226" cy="38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424" y="472692"/>
            <a:ext cx="1640199" cy="164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 txBox="1"/>
          <p:nvPr>
            <p:ph idx="4294967295" type="ctrTitle"/>
          </p:nvPr>
        </p:nvSpPr>
        <p:spPr>
          <a:xfrm flipH="1">
            <a:off x="252675" y="4325100"/>
            <a:ext cx="87432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#FIQUEEMCASA | </a:t>
            </a:r>
            <a:r>
              <a:rPr lang="es"/>
              <a:t>DISTANCIAMENTO</a:t>
            </a:r>
            <a:r>
              <a:rPr lang="es"/>
              <a:t>/ISOLAMENTO SOCIAL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idx="4294967295" type="ctrTitle"/>
          </p:nvPr>
        </p:nvSpPr>
        <p:spPr>
          <a:xfrm flipH="1">
            <a:off x="1205250" y="1053825"/>
            <a:ext cx="6733500" cy="22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/>
              <a:t>COMO FAZER AS SESSÕES DE REABILITAÇÃO COM O EXERGAME À DISTÂNCIA?</a:t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/>
              <a:t>TELERREABILITAÇÃO | TELESSAÚDE</a:t>
            </a:r>
            <a:endParaRPr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/>
              <a:t>COMUNICAÇÃO EM TEMPO REAL</a:t>
            </a:r>
            <a:endParaRPr sz="3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3050" y="110325"/>
            <a:ext cx="6515323" cy="366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/>
          <p:nvPr/>
        </p:nvSpPr>
        <p:spPr>
          <a:xfrm rot="5400000">
            <a:off x="6640912" y="524549"/>
            <a:ext cx="1322925" cy="1186875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/>
          <p:nvPr/>
        </p:nvSpPr>
        <p:spPr>
          <a:xfrm rot="5400000">
            <a:off x="1021712" y="2383674"/>
            <a:ext cx="1322925" cy="1186875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 rot="5400000">
            <a:off x="3530063" y="3876437"/>
            <a:ext cx="1235000" cy="1186875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 txBox="1"/>
          <p:nvPr>
            <p:ph idx="4294967295" type="ctrTitle"/>
          </p:nvPr>
        </p:nvSpPr>
        <p:spPr>
          <a:xfrm>
            <a:off x="992562" y="2483425"/>
            <a:ext cx="1381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DOIS PESOS, DUAS MEDIDAS</a:t>
            </a:r>
            <a:endParaRPr sz="1600"/>
          </a:p>
        </p:txBody>
      </p:sp>
      <p:sp>
        <p:nvSpPr>
          <p:cNvPr id="268" name="Google Shape;268;p28"/>
          <p:cNvSpPr txBox="1"/>
          <p:nvPr>
            <p:ph idx="4294967295" type="subTitle"/>
          </p:nvPr>
        </p:nvSpPr>
        <p:spPr>
          <a:xfrm>
            <a:off x="992500" y="2860675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Duas interfaces em interação: Paciente e Fisiot.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69" name="Google Shape;269;p28"/>
          <p:cNvSpPr txBox="1"/>
          <p:nvPr>
            <p:ph idx="4294967295" type="ctrTitle"/>
          </p:nvPr>
        </p:nvSpPr>
        <p:spPr>
          <a:xfrm flipH="1">
            <a:off x="131625" y="4473000"/>
            <a:ext cx="4485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MUDANÇAS À VISTA...</a:t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2276589" y="2534944"/>
            <a:ext cx="609301" cy="109384"/>
          </a:xfrm>
          <a:custGeom>
            <a:rect b="b" l="l" r="r" t="t"/>
            <a:pathLst>
              <a:path extrusionOk="0" h="3628" w="20879">
                <a:moveTo>
                  <a:pt x="18628" y="0"/>
                </a:moveTo>
                <a:cubicBezTo>
                  <a:pt x="18043" y="0"/>
                  <a:pt x="17481" y="287"/>
                  <a:pt x="17148" y="769"/>
                </a:cubicBezTo>
                <a:cubicBezTo>
                  <a:pt x="16861" y="1194"/>
                  <a:pt x="16390" y="1446"/>
                  <a:pt x="15885" y="1458"/>
                </a:cubicBezTo>
                <a:lnTo>
                  <a:pt x="1" y="1458"/>
                </a:lnTo>
                <a:lnTo>
                  <a:pt x="1" y="2169"/>
                </a:lnTo>
                <a:lnTo>
                  <a:pt x="15885" y="2169"/>
                </a:lnTo>
                <a:cubicBezTo>
                  <a:pt x="16379" y="2169"/>
                  <a:pt x="16849" y="2422"/>
                  <a:pt x="17125" y="2823"/>
                </a:cubicBezTo>
                <a:cubicBezTo>
                  <a:pt x="17490" y="3363"/>
                  <a:pt x="18064" y="3628"/>
                  <a:pt x="18635" y="3628"/>
                </a:cubicBezTo>
                <a:cubicBezTo>
                  <a:pt x="19268" y="3628"/>
                  <a:pt x="19897" y="3302"/>
                  <a:pt x="20235" y="2663"/>
                </a:cubicBezTo>
                <a:cubicBezTo>
                  <a:pt x="20878" y="1458"/>
                  <a:pt x="20006" y="0"/>
                  <a:pt x="18628" y="0"/>
                </a:cubicBezTo>
                <a:close/>
              </a:path>
            </a:pathLst>
          </a:cu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 txBox="1"/>
          <p:nvPr>
            <p:ph idx="4294967295" type="ctrTitle"/>
          </p:nvPr>
        </p:nvSpPr>
        <p:spPr>
          <a:xfrm>
            <a:off x="3456962" y="4013150"/>
            <a:ext cx="1381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MOEDAS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OBSTÁCULOS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72" name="Google Shape;272;p28"/>
          <p:cNvSpPr txBox="1"/>
          <p:nvPr>
            <p:ph idx="4294967295" type="subTitle"/>
          </p:nvPr>
        </p:nvSpPr>
        <p:spPr>
          <a:xfrm>
            <a:off x="3456900" y="4397400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A critério do Fisioterapeuta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73" name="Google Shape;273;p28"/>
          <p:cNvSpPr/>
          <p:nvPr/>
        </p:nvSpPr>
        <p:spPr>
          <a:xfrm rot="-5400000">
            <a:off x="3414764" y="3678710"/>
            <a:ext cx="609301" cy="109384"/>
          </a:xfrm>
          <a:custGeom>
            <a:rect b="b" l="l" r="r" t="t"/>
            <a:pathLst>
              <a:path extrusionOk="0" h="3628" w="20879">
                <a:moveTo>
                  <a:pt x="18628" y="0"/>
                </a:moveTo>
                <a:cubicBezTo>
                  <a:pt x="18043" y="0"/>
                  <a:pt x="17481" y="287"/>
                  <a:pt x="17148" y="769"/>
                </a:cubicBezTo>
                <a:cubicBezTo>
                  <a:pt x="16861" y="1194"/>
                  <a:pt x="16390" y="1446"/>
                  <a:pt x="15885" y="1458"/>
                </a:cubicBezTo>
                <a:lnTo>
                  <a:pt x="1" y="1458"/>
                </a:lnTo>
                <a:lnTo>
                  <a:pt x="1" y="2169"/>
                </a:lnTo>
                <a:lnTo>
                  <a:pt x="15885" y="2169"/>
                </a:lnTo>
                <a:cubicBezTo>
                  <a:pt x="16379" y="2169"/>
                  <a:pt x="16849" y="2422"/>
                  <a:pt x="17125" y="2823"/>
                </a:cubicBezTo>
                <a:cubicBezTo>
                  <a:pt x="17490" y="3363"/>
                  <a:pt x="18064" y="3628"/>
                  <a:pt x="18635" y="3628"/>
                </a:cubicBezTo>
                <a:cubicBezTo>
                  <a:pt x="19268" y="3628"/>
                  <a:pt x="19897" y="3302"/>
                  <a:pt x="20235" y="2663"/>
                </a:cubicBezTo>
                <a:cubicBezTo>
                  <a:pt x="20878" y="1458"/>
                  <a:pt x="20006" y="0"/>
                  <a:pt x="18628" y="0"/>
                </a:cubicBezTo>
                <a:close/>
              </a:path>
            </a:pathLst>
          </a:cu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 txBox="1"/>
          <p:nvPr>
            <p:ph idx="4294967295" type="ctrTitle"/>
          </p:nvPr>
        </p:nvSpPr>
        <p:spPr>
          <a:xfrm>
            <a:off x="6611775" y="540100"/>
            <a:ext cx="1381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PERSONAGEM</a:t>
            </a:r>
            <a:endParaRPr sz="1600"/>
          </a:p>
        </p:txBody>
      </p:sp>
      <p:sp>
        <p:nvSpPr>
          <p:cNvPr id="275" name="Google Shape;275;p28"/>
          <p:cNvSpPr txBox="1"/>
          <p:nvPr>
            <p:ph idx="4294967295" type="subTitle"/>
          </p:nvPr>
        </p:nvSpPr>
        <p:spPr>
          <a:xfrm>
            <a:off x="6611700" y="1001550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Mudança no modelo, mais próximo do contexto.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76" name="Google Shape;276;p28"/>
          <p:cNvSpPr/>
          <p:nvPr/>
        </p:nvSpPr>
        <p:spPr>
          <a:xfrm rot="8508515">
            <a:off x="6167140" y="1636783"/>
            <a:ext cx="609276" cy="109377"/>
          </a:xfrm>
          <a:custGeom>
            <a:rect b="b" l="l" r="r" t="t"/>
            <a:pathLst>
              <a:path extrusionOk="0" h="3628" w="20879">
                <a:moveTo>
                  <a:pt x="18628" y="0"/>
                </a:moveTo>
                <a:cubicBezTo>
                  <a:pt x="18043" y="0"/>
                  <a:pt x="17481" y="287"/>
                  <a:pt x="17148" y="769"/>
                </a:cubicBezTo>
                <a:cubicBezTo>
                  <a:pt x="16861" y="1194"/>
                  <a:pt x="16390" y="1446"/>
                  <a:pt x="15885" y="1458"/>
                </a:cubicBezTo>
                <a:lnTo>
                  <a:pt x="1" y="1458"/>
                </a:lnTo>
                <a:lnTo>
                  <a:pt x="1" y="2169"/>
                </a:lnTo>
                <a:lnTo>
                  <a:pt x="15885" y="2169"/>
                </a:lnTo>
                <a:cubicBezTo>
                  <a:pt x="16379" y="2169"/>
                  <a:pt x="16849" y="2422"/>
                  <a:pt x="17125" y="2823"/>
                </a:cubicBezTo>
                <a:cubicBezTo>
                  <a:pt x="17490" y="3363"/>
                  <a:pt x="18064" y="3628"/>
                  <a:pt x="18635" y="3628"/>
                </a:cubicBezTo>
                <a:cubicBezTo>
                  <a:pt x="19268" y="3628"/>
                  <a:pt x="19897" y="3302"/>
                  <a:pt x="20235" y="2663"/>
                </a:cubicBezTo>
                <a:cubicBezTo>
                  <a:pt x="20878" y="1458"/>
                  <a:pt x="20006" y="0"/>
                  <a:pt x="18628" y="0"/>
                </a:cubicBezTo>
                <a:close/>
              </a:path>
            </a:pathLst>
          </a:cu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 rot="5400000">
            <a:off x="7535488" y="3879938"/>
            <a:ext cx="1242000" cy="1186875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"/>
          <p:cNvSpPr txBox="1"/>
          <p:nvPr>
            <p:ph idx="4294967295" type="ctrTitle"/>
          </p:nvPr>
        </p:nvSpPr>
        <p:spPr>
          <a:xfrm>
            <a:off x="7465900" y="3859763"/>
            <a:ext cx="1381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INFORMAÇÕES</a:t>
            </a:r>
            <a:endParaRPr sz="1600"/>
          </a:p>
        </p:txBody>
      </p:sp>
      <p:sp>
        <p:nvSpPr>
          <p:cNvPr id="279" name="Google Shape;279;p28"/>
          <p:cNvSpPr txBox="1"/>
          <p:nvPr>
            <p:ph idx="4294967295" type="subTitle"/>
          </p:nvPr>
        </p:nvSpPr>
        <p:spPr>
          <a:xfrm>
            <a:off x="7465888" y="4265200"/>
            <a:ext cx="1381200" cy="9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Nova interface de monitoramento e configuração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0" name="Google Shape;280;p28"/>
          <p:cNvSpPr/>
          <p:nvPr/>
        </p:nvSpPr>
        <p:spPr>
          <a:xfrm rot="-5400000">
            <a:off x="7589654" y="3615009"/>
            <a:ext cx="609301" cy="109375"/>
          </a:xfrm>
          <a:custGeom>
            <a:rect b="b" l="l" r="r" t="t"/>
            <a:pathLst>
              <a:path extrusionOk="0" h="3628" w="20879">
                <a:moveTo>
                  <a:pt x="18628" y="0"/>
                </a:moveTo>
                <a:cubicBezTo>
                  <a:pt x="18043" y="0"/>
                  <a:pt x="17481" y="287"/>
                  <a:pt x="17148" y="769"/>
                </a:cubicBezTo>
                <a:cubicBezTo>
                  <a:pt x="16861" y="1194"/>
                  <a:pt x="16390" y="1446"/>
                  <a:pt x="15885" y="1458"/>
                </a:cubicBezTo>
                <a:lnTo>
                  <a:pt x="1" y="1458"/>
                </a:lnTo>
                <a:lnTo>
                  <a:pt x="1" y="2169"/>
                </a:lnTo>
                <a:lnTo>
                  <a:pt x="15885" y="2169"/>
                </a:lnTo>
                <a:cubicBezTo>
                  <a:pt x="16379" y="2169"/>
                  <a:pt x="16849" y="2422"/>
                  <a:pt x="17125" y="2823"/>
                </a:cubicBezTo>
                <a:cubicBezTo>
                  <a:pt x="17490" y="3363"/>
                  <a:pt x="18064" y="3628"/>
                  <a:pt x="18635" y="3628"/>
                </a:cubicBezTo>
                <a:cubicBezTo>
                  <a:pt x="19268" y="3628"/>
                  <a:pt x="19897" y="3302"/>
                  <a:pt x="20235" y="2663"/>
                </a:cubicBezTo>
                <a:cubicBezTo>
                  <a:pt x="20878" y="1458"/>
                  <a:pt x="20006" y="0"/>
                  <a:pt x="18628" y="0"/>
                </a:cubicBezTo>
                <a:close/>
              </a:path>
            </a:pathLst>
          </a:cu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 rot="5400000">
            <a:off x="3654512" y="374849"/>
            <a:ext cx="1322925" cy="1186875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"/>
          <p:cNvSpPr txBox="1"/>
          <p:nvPr>
            <p:ph idx="4294967295" type="ctrTitle"/>
          </p:nvPr>
        </p:nvSpPr>
        <p:spPr>
          <a:xfrm>
            <a:off x="3625375" y="390400"/>
            <a:ext cx="1381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FISIOTERAPEUTA</a:t>
            </a:r>
            <a:endParaRPr sz="1500"/>
          </a:p>
        </p:txBody>
      </p:sp>
      <p:sp>
        <p:nvSpPr>
          <p:cNvPr id="283" name="Google Shape;283;p28"/>
          <p:cNvSpPr txBox="1"/>
          <p:nvPr>
            <p:ph idx="4294967295" type="subTitle"/>
          </p:nvPr>
        </p:nvSpPr>
        <p:spPr>
          <a:xfrm>
            <a:off x="3625375" y="760625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Monitora o paciente e/ou pode participar da experiência?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4" name="Google Shape;284;p28"/>
          <p:cNvSpPr/>
          <p:nvPr/>
        </p:nvSpPr>
        <p:spPr>
          <a:xfrm>
            <a:off x="4909389" y="1308094"/>
            <a:ext cx="609301" cy="109384"/>
          </a:xfrm>
          <a:custGeom>
            <a:rect b="b" l="l" r="r" t="t"/>
            <a:pathLst>
              <a:path extrusionOk="0" h="3628" w="20879">
                <a:moveTo>
                  <a:pt x="18628" y="0"/>
                </a:moveTo>
                <a:cubicBezTo>
                  <a:pt x="18043" y="0"/>
                  <a:pt x="17481" y="287"/>
                  <a:pt x="17148" y="769"/>
                </a:cubicBezTo>
                <a:cubicBezTo>
                  <a:pt x="16861" y="1194"/>
                  <a:pt x="16390" y="1446"/>
                  <a:pt x="15885" y="1458"/>
                </a:cubicBezTo>
                <a:lnTo>
                  <a:pt x="1" y="1458"/>
                </a:lnTo>
                <a:lnTo>
                  <a:pt x="1" y="2169"/>
                </a:lnTo>
                <a:lnTo>
                  <a:pt x="15885" y="2169"/>
                </a:lnTo>
                <a:cubicBezTo>
                  <a:pt x="16379" y="2169"/>
                  <a:pt x="16849" y="2422"/>
                  <a:pt x="17125" y="2823"/>
                </a:cubicBezTo>
                <a:cubicBezTo>
                  <a:pt x="17490" y="3363"/>
                  <a:pt x="18064" y="3628"/>
                  <a:pt x="18635" y="3628"/>
                </a:cubicBezTo>
                <a:cubicBezTo>
                  <a:pt x="19268" y="3628"/>
                  <a:pt x="19897" y="3302"/>
                  <a:pt x="20235" y="2663"/>
                </a:cubicBezTo>
                <a:cubicBezTo>
                  <a:pt x="20878" y="1458"/>
                  <a:pt x="20006" y="0"/>
                  <a:pt x="18628" y="0"/>
                </a:cubicBezTo>
                <a:close/>
              </a:path>
            </a:pathLst>
          </a:cu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 rot="5400000">
            <a:off x="986712" y="283611"/>
            <a:ext cx="1322925" cy="1186875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5"/>
                </a:srgbClr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8"/>
          <p:cNvSpPr txBox="1"/>
          <p:nvPr>
            <p:ph idx="4294967295" type="ctrTitle"/>
          </p:nvPr>
        </p:nvSpPr>
        <p:spPr>
          <a:xfrm>
            <a:off x="957575" y="299163"/>
            <a:ext cx="13812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</a:rPr>
              <a:t>VIDEOCALL</a:t>
            </a:r>
            <a:endParaRPr sz="1600"/>
          </a:p>
        </p:txBody>
      </p:sp>
      <p:sp>
        <p:nvSpPr>
          <p:cNvPr id="287" name="Google Shape;287;p28"/>
          <p:cNvSpPr txBox="1"/>
          <p:nvPr>
            <p:ph idx="4294967295" type="subTitle"/>
          </p:nvPr>
        </p:nvSpPr>
        <p:spPr>
          <a:xfrm>
            <a:off x="957500" y="824125"/>
            <a:ext cx="1381200" cy="10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/>
              <a:t>Comunicação por áudio e vídeo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8" name="Google Shape;288;p28"/>
          <p:cNvSpPr/>
          <p:nvPr/>
        </p:nvSpPr>
        <p:spPr>
          <a:xfrm>
            <a:off x="2241589" y="434882"/>
            <a:ext cx="609301" cy="109384"/>
          </a:xfrm>
          <a:custGeom>
            <a:rect b="b" l="l" r="r" t="t"/>
            <a:pathLst>
              <a:path extrusionOk="0" h="3628" w="20879">
                <a:moveTo>
                  <a:pt x="18628" y="0"/>
                </a:moveTo>
                <a:cubicBezTo>
                  <a:pt x="18043" y="0"/>
                  <a:pt x="17481" y="287"/>
                  <a:pt x="17148" y="769"/>
                </a:cubicBezTo>
                <a:cubicBezTo>
                  <a:pt x="16861" y="1194"/>
                  <a:pt x="16390" y="1446"/>
                  <a:pt x="15885" y="1458"/>
                </a:cubicBezTo>
                <a:lnTo>
                  <a:pt x="1" y="1458"/>
                </a:lnTo>
                <a:lnTo>
                  <a:pt x="1" y="2169"/>
                </a:lnTo>
                <a:lnTo>
                  <a:pt x="15885" y="2169"/>
                </a:lnTo>
                <a:cubicBezTo>
                  <a:pt x="16379" y="2169"/>
                  <a:pt x="16849" y="2422"/>
                  <a:pt x="17125" y="2823"/>
                </a:cubicBezTo>
                <a:cubicBezTo>
                  <a:pt x="17490" y="3363"/>
                  <a:pt x="18064" y="3628"/>
                  <a:pt x="18635" y="3628"/>
                </a:cubicBezTo>
                <a:cubicBezTo>
                  <a:pt x="19268" y="3628"/>
                  <a:pt x="19897" y="3302"/>
                  <a:pt x="20235" y="2663"/>
                </a:cubicBezTo>
                <a:cubicBezTo>
                  <a:pt x="20878" y="1458"/>
                  <a:pt x="20006" y="0"/>
                  <a:pt x="18628" y="0"/>
                </a:cubicBezTo>
                <a:close/>
              </a:path>
            </a:pathLst>
          </a:custGeom>
          <a:solidFill>
            <a:srgbClr val="CF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 txBox="1"/>
          <p:nvPr>
            <p:ph idx="4294967295" type="ctrTitle"/>
          </p:nvPr>
        </p:nvSpPr>
        <p:spPr>
          <a:xfrm flipH="1">
            <a:off x="3191050" y="4430900"/>
            <a:ext cx="58890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UM NOVO JOGO, UM NOVO PERSONAGEM...</a:t>
            </a:r>
            <a:endParaRPr/>
          </a:p>
        </p:txBody>
      </p:sp>
      <p:pic>
        <p:nvPicPr>
          <p:cNvPr id="294" name="Google Shape;2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00" y="175425"/>
            <a:ext cx="8163802" cy="43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"/>
          <p:cNvSpPr txBox="1"/>
          <p:nvPr>
            <p:ph type="ctrTitle"/>
          </p:nvPr>
        </p:nvSpPr>
        <p:spPr>
          <a:xfrm flipH="1">
            <a:off x="749125" y="500825"/>
            <a:ext cx="44856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ESTÁ O JOGO HOJE?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DEMONSTRAÇÃO</a:t>
            </a:r>
            <a:endParaRPr/>
          </a:p>
        </p:txBody>
      </p:sp>
      <p:grpSp>
        <p:nvGrpSpPr>
          <p:cNvPr id="300" name="Google Shape;300;p30"/>
          <p:cNvGrpSpPr/>
          <p:nvPr/>
        </p:nvGrpSpPr>
        <p:grpSpPr>
          <a:xfrm>
            <a:off x="3819981" y="1909204"/>
            <a:ext cx="1504028" cy="1325087"/>
            <a:chOff x="-3137650" y="2067900"/>
            <a:chExt cx="291450" cy="256775"/>
          </a:xfrm>
        </p:grpSpPr>
        <p:sp>
          <p:nvSpPr>
            <p:cNvPr id="301" name="Google Shape;301;p30"/>
            <p:cNvSpPr/>
            <p:nvPr/>
          </p:nvSpPr>
          <p:spPr>
            <a:xfrm>
              <a:off x="-3137650" y="2067900"/>
              <a:ext cx="291450" cy="187475"/>
            </a:xfrm>
            <a:custGeom>
              <a:rect b="b" l="l" r="r" t="t"/>
              <a:pathLst>
                <a:path extrusionOk="0" h="7499" w="11658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-3137650" y="2273475"/>
              <a:ext cx="291450" cy="51200"/>
            </a:xfrm>
            <a:custGeom>
              <a:rect b="b" l="l" r="r" t="t"/>
              <a:pathLst>
                <a:path extrusionOk="0" h="2048" w="11658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-3035250" y="2103000"/>
              <a:ext cx="104000" cy="118500"/>
            </a:xfrm>
            <a:custGeom>
              <a:rect b="b" l="l" r="r" t="t"/>
              <a:pathLst>
                <a:path extrusionOk="0" h="4740" w="416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4" name="Google Shape;304;p30"/>
          <p:cNvSpPr txBox="1"/>
          <p:nvPr/>
        </p:nvSpPr>
        <p:spPr>
          <a:xfrm>
            <a:off x="2183250" y="3385550"/>
            <a:ext cx="47775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FFFFFF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Vamos experimentar o jogo funcionando?</a:t>
            </a:r>
            <a:endParaRPr sz="1700">
              <a:solidFill>
                <a:srgbClr val="FFFFFF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05" name="Google Shape;305;p30"/>
          <p:cNvSpPr txBox="1"/>
          <p:nvPr>
            <p:ph type="ctrTitle"/>
          </p:nvPr>
        </p:nvSpPr>
        <p:spPr>
          <a:xfrm flipH="1">
            <a:off x="4101900" y="4361225"/>
            <a:ext cx="50421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ONDE ESTAMOS NO PROJETO?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1"/>
          <p:cNvSpPr txBox="1"/>
          <p:nvPr>
            <p:ph type="ctrTitle"/>
          </p:nvPr>
        </p:nvSpPr>
        <p:spPr>
          <a:xfrm flipH="1">
            <a:off x="1375550" y="3092475"/>
            <a:ext cx="63930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88D3CE"/>
      </a:dk1>
      <a:lt1>
        <a:srgbClr val="423864"/>
      </a:lt1>
      <a:dk2>
        <a:srgbClr val="FFFFFF"/>
      </a:dk2>
      <a:lt2>
        <a:srgbClr val="EFEFEF"/>
      </a:lt2>
      <a:accent1>
        <a:srgbClr val="D9D9D9"/>
      </a:accent1>
      <a:accent2>
        <a:srgbClr val="CCCCCC"/>
      </a:accent2>
      <a:accent3>
        <a:srgbClr val="78909C"/>
      </a:accent3>
      <a:accent4>
        <a:srgbClr val="C0FFFA"/>
      </a:accent4>
      <a:accent5>
        <a:srgbClr val="88D3CE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