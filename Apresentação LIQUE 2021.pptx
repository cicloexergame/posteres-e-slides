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de16c1f8b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de16c1f8b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e16c1f8b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e16c1f8b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de16c1f8b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de16c1f8b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16c1f8b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16c1f8b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e16c1f8b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e16c1f8b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e16c1f8b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e16c1f8b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e16c1f8b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e16c1f8b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e16c1f8b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e16c1f8b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e16c1f8b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e16c1f8b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GTpveisupZw" TargetMode="External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20"/>
              <a:t>A Distributed Exergame for Telerehabilitation: An Engaging Alternative to Improve Patients' Quality of Life</a:t>
            </a:r>
            <a:endParaRPr sz="332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44"/>
            <a:ext cx="81231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Carlos Henrique Rorato Souza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Daniel Machado de Oliveira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Luciana de Oliveira Berretta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Sérgio Teixeira de Carvalho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Patients Rehabilitation: Effectiveness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551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A</a:t>
            </a:r>
            <a:r>
              <a:rPr lang="pt-BR" sz="2100"/>
              <a:t>vailability of treatment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Active participation of the physiotherapist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Patient's motivation and engagement in the exercises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100"/>
              <a:t>Considering the telerehabilitation scenario, 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the problems add up and intensify...</a:t>
            </a:r>
            <a:endParaRPr sz="2100"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38755" t="0"/>
          <a:stretch/>
        </p:blipFill>
        <p:spPr>
          <a:xfrm>
            <a:off x="5831100" y="317025"/>
            <a:ext cx="3312900" cy="354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497275" y="364875"/>
            <a:ext cx="8253000" cy="43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Objective: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77"/>
              <a:t>This project presents a </a:t>
            </a:r>
            <a:r>
              <a:rPr b="1" lang="pt-BR" sz="3911"/>
              <a:t>distributed</a:t>
            </a:r>
            <a:r>
              <a:rPr lang="pt-BR" sz="3577"/>
              <a:t> </a:t>
            </a:r>
            <a:r>
              <a:rPr b="1" lang="pt-BR" sz="3850"/>
              <a:t>exergame</a:t>
            </a:r>
            <a:r>
              <a:rPr lang="pt-BR" sz="3577"/>
              <a:t>, that aims to help telerehabilitation sessions that use a </a:t>
            </a:r>
            <a:endParaRPr sz="3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11"/>
              <a:t>cycle ergometer</a:t>
            </a:r>
            <a:r>
              <a:rPr lang="pt-BR" sz="3577"/>
              <a:t> as a device.</a:t>
            </a:r>
            <a:endParaRPr sz="3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8" y="449075"/>
            <a:ext cx="8997025" cy="39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Exergame: Some Details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game, which design is based on the </a:t>
            </a:r>
            <a:r>
              <a:rPr b="1" i="1" lang="pt-BR"/>
              <a:t>endless runner</a:t>
            </a:r>
            <a:r>
              <a:rPr lang="pt-BR"/>
              <a:t> model, presents an avatar with a bicycle controlled by the patients' pedaling on the cycle ergometer and an auxiliary joystick that allows more movements.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The goal is to collect as many coins as possible throughout the race, avoiding obstacles, within the time stipulated by the physiotherapist.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Vital patient data and other information are shown on the patient and healthcare professional's screen in real time, using real-time system techniques. In addition, the solution allows for audio and video communication, through an embedded video call implementation.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743800" y="3066450"/>
            <a:ext cx="4448700" cy="16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1950"/>
            <a:ext cx="8839204" cy="22098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92625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Pacient’s screen</a:t>
            </a:r>
            <a:endParaRPr b="1"/>
          </a:p>
        </p:txBody>
      </p:sp>
      <p:sp>
        <p:nvSpPr>
          <p:cNvPr id="91" name="Google Shape;91;p18"/>
          <p:cNvSpPr txBox="1"/>
          <p:nvPr/>
        </p:nvSpPr>
        <p:spPr>
          <a:xfrm>
            <a:off x="574500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Physiotherapist</a:t>
            </a:r>
            <a:r>
              <a:rPr b="1" lang="pt-BR"/>
              <a:t>’s screen</a:t>
            </a:r>
            <a:endParaRPr b="1"/>
          </a:p>
        </p:txBody>
      </p:sp>
      <p:sp>
        <p:nvSpPr>
          <p:cNvPr id="92" name="Google Shape;92;p18"/>
          <p:cNvSpPr txBox="1"/>
          <p:nvPr/>
        </p:nvSpPr>
        <p:spPr>
          <a:xfrm>
            <a:off x="912225" y="3143625"/>
            <a:ext cx="4133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roxima Nova"/>
                <a:ea typeface="Proxima Nova"/>
                <a:cs typeface="Proxima Nova"/>
                <a:sym typeface="Proxima Nova"/>
              </a:rPr>
              <a:t>The game was developed in a distributed architecture as a multiplayer, with each actor (patient and physiotherapist) being a player, even though they perform different functions.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Distributed Architecture:</a:t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5135900" y="1017725"/>
            <a:ext cx="1932600" cy="837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Server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311700" y="3164875"/>
            <a:ext cx="2085000" cy="837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Physiotherapist</a:t>
            </a:r>
            <a:endParaRPr b="1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6070175" y="3164875"/>
            <a:ext cx="2085000" cy="837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Pacient</a:t>
            </a:r>
            <a:endParaRPr b="1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675" y="4108397"/>
            <a:ext cx="896625" cy="61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9"/>
          <p:cNvCxnSpPr>
            <a:stCxn id="101" idx="1"/>
            <a:endCxn id="100" idx="4"/>
          </p:cNvCxnSpPr>
          <p:nvPr/>
        </p:nvCxnSpPr>
        <p:spPr>
          <a:xfrm rot="10800000">
            <a:off x="7112775" y="4001972"/>
            <a:ext cx="822900" cy="416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9"/>
          <p:cNvCxnSpPr>
            <a:stCxn id="100" idx="0"/>
            <a:endCxn id="98" idx="5"/>
          </p:cNvCxnSpPr>
          <p:nvPr/>
        </p:nvCxnSpPr>
        <p:spPr>
          <a:xfrm rot="10800000">
            <a:off x="6785375" y="1732075"/>
            <a:ext cx="327300" cy="1432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" name="Google Shape;104;p19"/>
          <p:cNvCxnSpPr>
            <a:stCxn id="99" idx="7"/>
            <a:endCxn id="98" idx="3"/>
          </p:cNvCxnSpPr>
          <p:nvPr/>
        </p:nvCxnSpPr>
        <p:spPr>
          <a:xfrm flipH="1" rot="10800000">
            <a:off x="2091359" y="1732251"/>
            <a:ext cx="3327600" cy="1555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Starting the game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017725"/>
            <a:ext cx="494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Initial configuration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Starting the activity - </a:t>
            </a:r>
            <a:r>
              <a:rPr lang="pt-BR"/>
              <a:t>physiotherapist can interact!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Ending up the activity - general report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530276"/>
            <a:ext cx="4305698" cy="23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400" y="281525"/>
            <a:ext cx="4015626" cy="224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 title="&quot;Exergame&quot; Project - LIQUE 20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675" y="190450"/>
            <a:ext cx="6216100" cy="46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